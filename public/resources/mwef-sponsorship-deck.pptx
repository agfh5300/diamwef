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54305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Lato Bold" charset="1" panose="020F0502020204030203"/>
      <p:regular r:id="rId13"/>
    </p:embeddedFont>
    <p:embeddedFont>
      <p:font typeface="Tahoma" charset="1" panose="020B0604030504040204"/>
      <p:regular r:id="rId14"/>
    </p:embeddedFont>
    <p:embeddedFont>
      <p:font typeface="League Spartan" charset="1" panose="00000800000000000000"/>
      <p:regular r:id="rId15"/>
    </p:embeddedFont>
    <p:embeddedFont>
      <p:font typeface="Canva Sans" charset="1" panose="020B0503030501040103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https://docs.google.com/spreadsheets/d/1D2OWxzwdLmd_FjWKeYcCn1WEPBT7EECaMYgjxegWraI/edit?usp=sharing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07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31585" y="5642356"/>
            <a:ext cx="4753601" cy="2861268"/>
            <a:chOff x="0" y="0"/>
            <a:chExt cx="1251977" cy="7535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1977" cy="753585"/>
            </a:xfrm>
            <a:custGeom>
              <a:avLst/>
              <a:gdLst/>
              <a:ahLst/>
              <a:cxnLst/>
              <a:rect r="r" b="b" t="t" l="l"/>
              <a:pathLst>
                <a:path h="753585" w="1251977">
                  <a:moveTo>
                    <a:pt x="83061" y="0"/>
                  </a:moveTo>
                  <a:lnTo>
                    <a:pt x="1168916" y="0"/>
                  </a:lnTo>
                  <a:cubicBezTo>
                    <a:pt x="1214790" y="0"/>
                    <a:pt x="1251977" y="37188"/>
                    <a:pt x="1251977" y="83061"/>
                  </a:cubicBezTo>
                  <a:lnTo>
                    <a:pt x="1251977" y="670524"/>
                  </a:lnTo>
                  <a:cubicBezTo>
                    <a:pt x="1251977" y="716398"/>
                    <a:pt x="1214790" y="753585"/>
                    <a:pt x="1168916" y="753585"/>
                  </a:cubicBezTo>
                  <a:lnTo>
                    <a:pt x="83061" y="753585"/>
                  </a:lnTo>
                  <a:cubicBezTo>
                    <a:pt x="37188" y="753585"/>
                    <a:pt x="0" y="716398"/>
                    <a:pt x="0" y="670524"/>
                  </a:cubicBezTo>
                  <a:lnTo>
                    <a:pt x="0" y="83061"/>
                  </a:lnTo>
                  <a:cubicBezTo>
                    <a:pt x="0" y="37188"/>
                    <a:pt x="37188" y="0"/>
                    <a:pt x="83061" y="0"/>
                  </a:cubicBezTo>
                  <a:close/>
                </a:path>
              </a:pathLst>
            </a:custGeom>
            <a:ln w="76200" cap="rnd">
              <a:solidFill>
                <a:srgbClr val="7ED95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1251977" cy="848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555574" cy="10370383"/>
          </a:xfrm>
          <a:custGeom>
            <a:avLst/>
            <a:gdLst/>
            <a:ahLst/>
            <a:cxnLst/>
            <a:rect r="r" b="b" t="t" l="l"/>
            <a:pathLst>
              <a:path h="10370383" w="15555574">
                <a:moveTo>
                  <a:pt x="0" y="0"/>
                </a:moveTo>
                <a:lnTo>
                  <a:pt x="15555574" y="0"/>
                </a:lnTo>
                <a:lnTo>
                  <a:pt x="15555574" y="10370383"/>
                </a:lnTo>
                <a:lnTo>
                  <a:pt x="0" y="10370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49376" y="7177698"/>
            <a:ext cx="4010528" cy="2509227"/>
            <a:chOff x="0" y="0"/>
            <a:chExt cx="1056271" cy="6608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56271" cy="660866"/>
            </a:xfrm>
            <a:custGeom>
              <a:avLst/>
              <a:gdLst/>
              <a:ahLst/>
              <a:cxnLst/>
              <a:rect r="r" b="b" t="t" l="l"/>
              <a:pathLst>
                <a:path h="660866" w="1056271">
                  <a:moveTo>
                    <a:pt x="98450" y="0"/>
                  </a:moveTo>
                  <a:lnTo>
                    <a:pt x="957820" y="0"/>
                  </a:lnTo>
                  <a:cubicBezTo>
                    <a:pt x="983931" y="0"/>
                    <a:pt x="1008972" y="10372"/>
                    <a:pt x="1027435" y="28835"/>
                  </a:cubicBezTo>
                  <a:cubicBezTo>
                    <a:pt x="1045898" y="47298"/>
                    <a:pt x="1056271" y="72340"/>
                    <a:pt x="1056271" y="98450"/>
                  </a:cubicBezTo>
                  <a:lnTo>
                    <a:pt x="1056271" y="562416"/>
                  </a:lnTo>
                  <a:cubicBezTo>
                    <a:pt x="1056271" y="616789"/>
                    <a:pt x="1012193" y="660866"/>
                    <a:pt x="957820" y="660866"/>
                  </a:cubicBezTo>
                  <a:lnTo>
                    <a:pt x="98450" y="660866"/>
                  </a:lnTo>
                  <a:cubicBezTo>
                    <a:pt x="44078" y="660866"/>
                    <a:pt x="0" y="616789"/>
                    <a:pt x="0" y="562416"/>
                  </a:cubicBezTo>
                  <a:lnTo>
                    <a:pt x="0" y="98450"/>
                  </a:lnTo>
                  <a:cubicBezTo>
                    <a:pt x="0" y="44078"/>
                    <a:pt x="44078" y="0"/>
                    <a:pt x="98450" y="0"/>
                  </a:cubicBezTo>
                  <a:close/>
                </a:path>
              </a:pathLst>
            </a:custGeom>
            <a:solidFill>
              <a:srgbClr val="E3E3E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1056271" cy="756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446603" y="1376850"/>
            <a:ext cx="7452764" cy="5861085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10395523" y="8552654"/>
            <a:ext cx="658945" cy="904213"/>
          </a:xfrm>
          <a:custGeom>
            <a:avLst/>
            <a:gdLst/>
            <a:ahLst/>
            <a:cxnLst/>
            <a:rect r="r" b="b" t="t" l="l"/>
            <a:pathLst>
              <a:path h="904213" w="658945">
                <a:moveTo>
                  <a:pt x="0" y="0"/>
                </a:moveTo>
                <a:lnTo>
                  <a:pt x="658945" y="0"/>
                </a:lnTo>
                <a:lnTo>
                  <a:pt x="658945" y="904212"/>
                </a:lnTo>
                <a:lnTo>
                  <a:pt x="0" y="904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32998" y="8262489"/>
            <a:ext cx="3436908" cy="580330"/>
            <a:chOff x="0" y="0"/>
            <a:chExt cx="905194" cy="1528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5194" cy="152844"/>
            </a:xfrm>
            <a:custGeom>
              <a:avLst/>
              <a:gdLst/>
              <a:ahLst/>
              <a:cxnLst/>
              <a:rect r="r" b="b" t="t" l="l"/>
              <a:pathLst>
                <a:path h="152844" w="905194">
                  <a:moveTo>
                    <a:pt x="76422" y="0"/>
                  </a:moveTo>
                  <a:lnTo>
                    <a:pt x="828772" y="0"/>
                  </a:lnTo>
                  <a:cubicBezTo>
                    <a:pt x="849040" y="0"/>
                    <a:pt x="868478" y="8052"/>
                    <a:pt x="882810" y="22383"/>
                  </a:cubicBezTo>
                  <a:cubicBezTo>
                    <a:pt x="897142" y="36715"/>
                    <a:pt x="905194" y="56154"/>
                    <a:pt x="905194" y="76422"/>
                  </a:cubicBezTo>
                  <a:lnTo>
                    <a:pt x="905194" y="76422"/>
                  </a:lnTo>
                  <a:cubicBezTo>
                    <a:pt x="905194" y="118629"/>
                    <a:pt x="870979" y="152844"/>
                    <a:pt x="828772" y="152844"/>
                  </a:cubicBezTo>
                  <a:lnTo>
                    <a:pt x="76422" y="152844"/>
                  </a:lnTo>
                  <a:cubicBezTo>
                    <a:pt x="56154" y="152844"/>
                    <a:pt x="36715" y="144792"/>
                    <a:pt x="22383" y="130461"/>
                  </a:cubicBezTo>
                  <a:cubicBezTo>
                    <a:pt x="8052" y="116129"/>
                    <a:pt x="0" y="96690"/>
                    <a:pt x="0" y="76422"/>
                  </a:cubicBezTo>
                  <a:lnTo>
                    <a:pt x="0" y="76422"/>
                  </a:lnTo>
                  <a:cubicBezTo>
                    <a:pt x="0" y="56154"/>
                    <a:pt x="8052" y="36715"/>
                    <a:pt x="22383" y="22383"/>
                  </a:cubicBezTo>
                  <a:cubicBezTo>
                    <a:pt x="36715" y="8052"/>
                    <a:pt x="56154" y="0"/>
                    <a:pt x="764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905194" cy="238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170502" y="8191246"/>
            <a:ext cx="0" cy="65157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4552950" y="5838931"/>
            <a:ext cx="3805612" cy="507850"/>
            <a:chOff x="0" y="0"/>
            <a:chExt cx="1002301" cy="1337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2301" cy="133755"/>
            </a:xfrm>
            <a:custGeom>
              <a:avLst/>
              <a:gdLst/>
              <a:ahLst/>
              <a:cxnLst/>
              <a:rect r="r" b="b" t="t" l="l"/>
              <a:pathLst>
                <a:path h="133755" w="1002301">
                  <a:moveTo>
                    <a:pt x="66877" y="0"/>
                  </a:moveTo>
                  <a:lnTo>
                    <a:pt x="935424" y="0"/>
                  </a:lnTo>
                  <a:cubicBezTo>
                    <a:pt x="953161" y="0"/>
                    <a:pt x="970171" y="7046"/>
                    <a:pt x="982713" y="19588"/>
                  </a:cubicBezTo>
                  <a:cubicBezTo>
                    <a:pt x="995255" y="32130"/>
                    <a:pt x="1002301" y="49140"/>
                    <a:pt x="1002301" y="66877"/>
                  </a:cubicBezTo>
                  <a:lnTo>
                    <a:pt x="1002301" y="66877"/>
                  </a:lnTo>
                  <a:cubicBezTo>
                    <a:pt x="1002301" y="84614"/>
                    <a:pt x="995255" y="101625"/>
                    <a:pt x="982713" y="114167"/>
                  </a:cubicBezTo>
                  <a:cubicBezTo>
                    <a:pt x="970171" y="126709"/>
                    <a:pt x="953161" y="133755"/>
                    <a:pt x="935424" y="133755"/>
                  </a:cubicBezTo>
                  <a:lnTo>
                    <a:pt x="66877" y="133755"/>
                  </a:lnTo>
                  <a:cubicBezTo>
                    <a:pt x="49140" y="133755"/>
                    <a:pt x="32130" y="126709"/>
                    <a:pt x="19588" y="114167"/>
                  </a:cubicBezTo>
                  <a:cubicBezTo>
                    <a:pt x="7046" y="101625"/>
                    <a:pt x="0" y="84614"/>
                    <a:pt x="0" y="66877"/>
                  </a:cubicBezTo>
                  <a:lnTo>
                    <a:pt x="0" y="66877"/>
                  </a:lnTo>
                  <a:cubicBezTo>
                    <a:pt x="0" y="49140"/>
                    <a:pt x="7046" y="32130"/>
                    <a:pt x="19588" y="19588"/>
                  </a:cubicBezTo>
                  <a:cubicBezTo>
                    <a:pt x="32130" y="7046"/>
                    <a:pt x="49140" y="0"/>
                    <a:pt x="668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002301" cy="219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304483" y="8636159"/>
            <a:ext cx="2653440" cy="64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 u="sng">
                <a:solidFill>
                  <a:srgbClr val="107C42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6" tooltip="https://docs.google.com/spreadsheets/d/1D2OWxzwdLmd_FjWKeYcCn1WEPBT7EECaMYgjxegWraI/edit?usp=sharing"/>
              </a:rPr>
              <a:t>Google sheets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49376" y="7374904"/>
            <a:ext cx="4010528" cy="105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221F1F"/>
                </a:solidFill>
                <a:latin typeface="Lato Bold"/>
                <a:ea typeface="Lato Bold"/>
                <a:cs typeface="Lato Bold"/>
                <a:sym typeface="Lato Bold"/>
              </a:rPr>
              <a:t>Detailed Financials Breakdown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81020" y="5900258"/>
            <a:ext cx="2462113" cy="340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982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(featuring YOUR logo)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C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8260" y="-329276"/>
            <a:ext cx="14669585" cy="2142964"/>
            <a:chOff x="0" y="0"/>
            <a:chExt cx="19559447" cy="285728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9546747" cy="2848494"/>
              <a:chOff x="0" y="0"/>
              <a:chExt cx="3861086" cy="56266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61086" cy="562665"/>
              </a:xfrm>
              <a:custGeom>
                <a:avLst/>
                <a:gdLst/>
                <a:ahLst/>
                <a:cxnLst/>
                <a:rect r="r" b="b" t="t" l="l"/>
                <a:pathLst>
                  <a:path h="562665" w="3861086">
                    <a:moveTo>
                      <a:pt x="0" y="0"/>
                    </a:moveTo>
                    <a:lnTo>
                      <a:pt x="3861086" y="0"/>
                    </a:lnTo>
                    <a:lnTo>
                      <a:pt x="3861086" y="562665"/>
                    </a:lnTo>
                    <a:lnTo>
                      <a:pt x="0" y="562665"/>
                    </a:lnTo>
                    <a:close/>
                  </a:path>
                </a:pathLst>
              </a:custGeom>
              <a:solidFill>
                <a:srgbClr val="4B078C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0"/>
                <a:ext cx="3861086" cy="6579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83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-5400000">
              <a:off x="16292922" y="-409240"/>
              <a:ext cx="2857286" cy="3675766"/>
              <a:chOff x="0" y="0"/>
              <a:chExt cx="414483" cy="53321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14483" cy="533213"/>
              </a:xfrm>
              <a:custGeom>
                <a:avLst/>
                <a:gdLst/>
                <a:ahLst/>
                <a:cxnLst/>
                <a:rect r="r" b="b" t="t" l="l"/>
                <a:pathLst>
                  <a:path h="533213" w="414483">
                    <a:moveTo>
                      <a:pt x="414483" y="533213"/>
                    </a:moveTo>
                    <a:lnTo>
                      <a:pt x="0" y="533213"/>
                    </a:lnTo>
                    <a:lnTo>
                      <a:pt x="0" y="0"/>
                    </a:lnTo>
                    <a:lnTo>
                      <a:pt x="414483" y="53321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71356"/>
                <a:ext cx="207241" cy="3607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839"/>
                  </a:lnSpc>
                </a:pPr>
              </a:p>
            </p:txBody>
          </p:sp>
        </p:grpSp>
      </p:grpSp>
      <p:sp>
        <p:nvSpPr>
          <p:cNvPr name="AutoShape 9" id="9"/>
          <p:cNvSpPr/>
          <p:nvPr/>
        </p:nvSpPr>
        <p:spPr>
          <a:xfrm flipV="true">
            <a:off x="0" y="1794638"/>
            <a:ext cx="11715201" cy="0"/>
          </a:xfrm>
          <a:prstGeom prst="line">
            <a:avLst/>
          </a:prstGeom>
          <a:ln cap="flat" w="1905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1715201" y="-166716"/>
            <a:ext cx="2569801" cy="1961354"/>
          </a:xfrm>
          <a:prstGeom prst="line">
            <a:avLst/>
          </a:prstGeom>
          <a:ln cap="flat" w="1905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269038" y="2475378"/>
            <a:ext cx="11446164" cy="1168143"/>
            <a:chOff x="0" y="0"/>
            <a:chExt cx="15261551" cy="155752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5261551" cy="1557524"/>
              <a:chOff x="0" y="0"/>
              <a:chExt cx="1825346" cy="18628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825346" cy="186286"/>
              </a:xfrm>
              <a:custGeom>
                <a:avLst/>
                <a:gdLst/>
                <a:ahLst/>
                <a:cxnLst/>
                <a:rect r="r" b="b" t="t" l="l"/>
                <a:pathLst>
                  <a:path h="186286" w="1825346">
                    <a:moveTo>
                      <a:pt x="13210" y="0"/>
                    </a:moveTo>
                    <a:lnTo>
                      <a:pt x="1812136" y="0"/>
                    </a:lnTo>
                    <a:cubicBezTo>
                      <a:pt x="1819431" y="0"/>
                      <a:pt x="1825346" y="5915"/>
                      <a:pt x="1825346" y="13210"/>
                    </a:cubicBezTo>
                    <a:lnTo>
                      <a:pt x="1825346" y="173076"/>
                    </a:lnTo>
                    <a:cubicBezTo>
                      <a:pt x="1825346" y="176580"/>
                      <a:pt x="1823954" y="179940"/>
                      <a:pt x="1821477" y="182417"/>
                    </a:cubicBezTo>
                    <a:cubicBezTo>
                      <a:pt x="1818999" y="184895"/>
                      <a:pt x="1815639" y="186286"/>
                      <a:pt x="1812136" y="186286"/>
                    </a:cubicBezTo>
                    <a:lnTo>
                      <a:pt x="13210" y="186286"/>
                    </a:lnTo>
                    <a:cubicBezTo>
                      <a:pt x="9707" y="186286"/>
                      <a:pt x="6347" y="184895"/>
                      <a:pt x="3869" y="182417"/>
                    </a:cubicBezTo>
                    <a:cubicBezTo>
                      <a:pt x="1392" y="179940"/>
                      <a:pt x="0" y="176580"/>
                      <a:pt x="0" y="173076"/>
                    </a:cubicBezTo>
                    <a:lnTo>
                      <a:pt x="0" y="13210"/>
                    </a:lnTo>
                    <a:cubicBezTo>
                      <a:pt x="0" y="9707"/>
                      <a:pt x="1392" y="6347"/>
                      <a:pt x="3869" y="3869"/>
                    </a:cubicBezTo>
                    <a:cubicBezTo>
                      <a:pt x="6347" y="1392"/>
                      <a:pt x="9707" y="0"/>
                      <a:pt x="13210" y="0"/>
                    </a:cubicBezTo>
                    <a:close/>
                  </a:path>
                </a:pathLst>
              </a:custGeom>
              <a:solidFill>
                <a:srgbClr val="4B078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1825346" cy="262486"/>
              </a:xfrm>
              <a:prstGeom prst="rect">
                <a:avLst/>
              </a:prstGeom>
            </p:spPr>
            <p:txBody>
              <a:bodyPr anchor="ctr" rtlCol="false" tIns="55690" lIns="55690" bIns="55690" rIns="5569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08881" y="205507"/>
              <a:ext cx="15152671" cy="1060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N</a:t>
              </a:r>
              <a:r>
                <a:rPr lang="en-US" sz="20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amed partner plaques on all 500 desks where people can see your logo alongside a QR code about the app or a download link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387495" y="3996673"/>
            <a:ext cx="9784460" cy="1333125"/>
            <a:chOff x="0" y="0"/>
            <a:chExt cx="1375323" cy="1873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75324" cy="187387"/>
            </a:xfrm>
            <a:custGeom>
              <a:avLst/>
              <a:gdLst/>
              <a:ahLst/>
              <a:cxnLst/>
              <a:rect r="r" b="b" t="t" l="l"/>
              <a:pathLst>
                <a:path h="187387" w="1375324">
                  <a:moveTo>
                    <a:pt x="15454" y="0"/>
                  </a:moveTo>
                  <a:lnTo>
                    <a:pt x="1359870" y="0"/>
                  </a:lnTo>
                  <a:cubicBezTo>
                    <a:pt x="1368405" y="0"/>
                    <a:pt x="1375324" y="6919"/>
                    <a:pt x="1375324" y="15454"/>
                  </a:cubicBezTo>
                  <a:lnTo>
                    <a:pt x="1375324" y="171933"/>
                  </a:lnTo>
                  <a:cubicBezTo>
                    <a:pt x="1375324" y="180468"/>
                    <a:pt x="1368405" y="187387"/>
                    <a:pt x="1359870" y="187387"/>
                  </a:cubicBezTo>
                  <a:lnTo>
                    <a:pt x="15454" y="187387"/>
                  </a:lnTo>
                  <a:cubicBezTo>
                    <a:pt x="6919" y="187387"/>
                    <a:pt x="0" y="180468"/>
                    <a:pt x="0" y="171933"/>
                  </a:cubicBezTo>
                  <a:lnTo>
                    <a:pt x="0" y="15454"/>
                  </a:lnTo>
                  <a:cubicBezTo>
                    <a:pt x="0" y="6919"/>
                    <a:pt x="6919" y="0"/>
                    <a:pt x="15454" y="0"/>
                  </a:cubicBezTo>
                  <a:close/>
                </a:path>
              </a:pathLst>
            </a:custGeom>
            <a:ln w="57150" cap="rnd">
              <a:solidFill>
                <a:srgbClr val="FED636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1375323" cy="273112"/>
            </a:xfrm>
            <a:prstGeom prst="rect">
              <a:avLst/>
            </a:prstGeom>
          </p:spPr>
          <p:txBody>
            <a:bodyPr anchor="ctr" rtlCol="false" tIns="58504" lIns="58504" bIns="58504" rIns="58504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19544" y="4135846"/>
            <a:ext cx="9520361" cy="1022501"/>
            <a:chOff x="0" y="0"/>
            <a:chExt cx="1445204" cy="1552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45204" cy="155217"/>
            </a:xfrm>
            <a:custGeom>
              <a:avLst/>
              <a:gdLst/>
              <a:ahLst/>
              <a:cxnLst/>
              <a:rect r="r" b="b" t="t" l="l"/>
              <a:pathLst>
                <a:path h="155217" w="1445204">
                  <a:moveTo>
                    <a:pt x="15883" y="0"/>
                  </a:moveTo>
                  <a:lnTo>
                    <a:pt x="1429321" y="0"/>
                  </a:lnTo>
                  <a:cubicBezTo>
                    <a:pt x="1438093" y="0"/>
                    <a:pt x="1445204" y="7111"/>
                    <a:pt x="1445204" y="15883"/>
                  </a:cubicBezTo>
                  <a:lnTo>
                    <a:pt x="1445204" y="139334"/>
                  </a:lnTo>
                  <a:cubicBezTo>
                    <a:pt x="1445204" y="148106"/>
                    <a:pt x="1438093" y="155217"/>
                    <a:pt x="1429321" y="155217"/>
                  </a:cubicBezTo>
                  <a:lnTo>
                    <a:pt x="15883" y="155217"/>
                  </a:lnTo>
                  <a:cubicBezTo>
                    <a:pt x="7111" y="155217"/>
                    <a:pt x="0" y="148106"/>
                    <a:pt x="0" y="139334"/>
                  </a:cubicBezTo>
                  <a:lnTo>
                    <a:pt x="0" y="15883"/>
                  </a:lnTo>
                  <a:cubicBezTo>
                    <a:pt x="0" y="7111"/>
                    <a:pt x="7111" y="0"/>
                    <a:pt x="15883" y="0"/>
                  </a:cubicBezTo>
                  <a:close/>
                </a:path>
              </a:pathLst>
            </a:custGeom>
            <a:solidFill>
              <a:srgbClr val="4B078C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1445204" cy="240942"/>
            </a:xfrm>
            <a:prstGeom prst="rect">
              <a:avLst/>
            </a:prstGeom>
          </p:spPr>
          <p:txBody>
            <a:bodyPr anchor="ctr" rtlCol="false" tIns="58504" lIns="58504" bIns="58504" rIns="58504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643319" y="4175948"/>
            <a:ext cx="9272811" cy="768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5"/>
              </a:lnSpc>
            </a:pPr>
            <a:r>
              <a:rPr lang="en-US" sz="1941">
                <a:solidFill>
                  <a:srgbClr val="FCFDFD"/>
                </a:solidFill>
                <a:latin typeface="Canva Sans"/>
                <a:ea typeface="Canva Sans"/>
                <a:cs typeface="Canva Sans"/>
                <a:sym typeface="Canva Sans"/>
              </a:rPr>
              <a:t>Mentioning of your companyconstantly and availability for a speaker to have a section advertising you for any length of choice to 500 delegates!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31318" y="3874745"/>
            <a:ext cx="5013975" cy="2307421"/>
            <a:chOff x="0" y="0"/>
            <a:chExt cx="740388" cy="3407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0388" cy="340725"/>
            </a:xfrm>
            <a:custGeom>
              <a:avLst/>
              <a:gdLst/>
              <a:ahLst/>
              <a:cxnLst/>
              <a:rect r="r" b="b" t="t" l="l"/>
              <a:pathLst>
                <a:path h="340725" w="740388">
                  <a:moveTo>
                    <a:pt x="30158" y="0"/>
                  </a:moveTo>
                  <a:lnTo>
                    <a:pt x="710231" y="0"/>
                  </a:lnTo>
                  <a:cubicBezTo>
                    <a:pt x="726886" y="0"/>
                    <a:pt x="740388" y="13502"/>
                    <a:pt x="740388" y="30158"/>
                  </a:cubicBezTo>
                  <a:lnTo>
                    <a:pt x="740388" y="310568"/>
                  </a:lnTo>
                  <a:cubicBezTo>
                    <a:pt x="740388" y="318566"/>
                    <a:pt x="737211" y="326237"/>
                    <a:pt x="731556" y="331892"/>
                  </a:cubicBezTo>
                  <a:cubicBezTo>
                    <a:pt x="725900" y="337548"/>
                    <a:pt x="718229" y="340725"/>
                    <a:pt x="710231" y="340725"/>
                  </a:cubicBezTo>
                  <a:lnTo>
                    <a:pt x="30158" y="340725"/>
                  </a:lnTo>
                  <a:cubicBezTo>
                    <a:pt x="13502" y="340725"/>
                    <a:pt x="0" y="327223"/>
                    <a:pt x="0" y="310568"/>
                  </a:cubicBezTo>
                  <a:lnTo>
                    <a:pt x="0" y="30158"/>
                  </a:lnTo>
                  <a:cubicBezTo>
                    <a:pt x="0" y="13502"/>
                    <a:pt x="13502" y="0"/>
                    <a:pt x="30158" y="0"/>
                  </a:cubicBezTo>
                  <a:close/>
                </a:path>
              </a:pathLst>
            </a:custGeom>
            <a:ln w="57150" cap="rnd">
              <a:solidFill>
                <a:srgbClr val="FED636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740388" cy="426450"/>
            </a:xfrm>
            <a:prstGeom prst="rect">
              <a:avLst/>
            </a:prstGeom>
          </p:spPr>
          <p:txBody>
            <a:bodyPr anchor="ctr" rtlCol="false" tIns="55690" lIns="55690" bIns="55690" rIns="5569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72965" y="4053557"/>
            <a:ext cx="4730680" cy="1995803"/>
            <a:chOff x="0" y="0"/>
            <a:chExt cx="754412" cy="3182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4412" cy="318275"/>
            </a:xfrm>
            <a:custGeom>
              <a:avLst/>
              <a:gdLst/>
              <a:ahLst/>
              <a:cxnLst/>
              <a:rect r="r" b="b" t="t" l="l"/>
              <a:pathLst>
                <a:path h="318275" w="754412">
                  <a:moveTo>
                    <a:pt x="31964" y="0"/>
                  </a:moveTo>
                  <a:lnTo>
                    <a:pt x="722449" y="0"/>
                  </a:lnTo>
                  <a:cubicBezTo>
                    <a:pt x="740102" y="0"/>
                    <a:pt x="754412" y="14311"/>
                    <a:pt x="754412" y="31964"/>
                  </a:cubicBezTo>
                  <a:lnTo>
                    <a:pt x="754412" y="286312"/>
                  </a:lnTo>
                  <a:cubicBezTo>
                    <a:pt x="754412" y="303965"/>
                    <a:pt x="740102" y="318275"/>
                    <a:pt x="722449" y="318275"/>
                  </a:cubicBezTo>
                  <a:lnTo>
                    <a:pt x="31964" y="318275"/>
                  </a:lnTo>
                  <a:cubicBezTo>
                    <a:pt x="14311" y="318275"/>
                    <a:pt x="0" y="303965"/>
                    <a:pt x="0" y="286312"/>
                  </a:cubicBezTo>
                  <a:lnTo>
                    <a:pt x="0" y="31964"/>
                  </a:lnTo>
                  <a:cubicBezTo>
                    <a:pt x="0" y="14311"/>
                    <a:pt x="14311" y="0"/>
                    <a:pt x="31964" y="0"/>
                  </a:cubicBezTo>
                  <a:close/>
                </a:path>
              </a:pathLst>
            </a:custGeom>
            <a:solidFill>
              <a:srgbClr val="4B078C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754412" cy="404000"/>
            </a:xfrm>
            <a:prstGeom prst="rect">
              <a:avLst/>
            </a:prstGeom>
          </p:spPr>
          <p:txBody>
            <a:bodyPr anchor="ctr" rtlCol="false" tIns="55690" lIns="55690" bIns="55690" rIns="5569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90320" y="4454779"/>
            <a:ext cx="4613325" cy="1117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6"/>
              </a:lnSpc>
              <a:spcBef>
                <a:spcPct val="0"/>
              </a:spcBef>
            </a:pPr>
            <a:r>
              <a:rPr lang="en-US" sz="186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Availability to have a dedicated stall to your company with advertising up the entire day!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535532" y="5682222"/>
            <a:ext cx="8749471" cy="2334970"/>
            <a:chOff x="0" y="0"/>
            <a:chExt cx="1291990" cy="3447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91990" cy="344793"/>
            </a:xfrm>
            <a:custGeom>
              <a:avLst/>
              <a:gdLst/>
              <a:ahLst/>
              <a:cxnLst/>
              <a:rect r="r" b="b" t="t" l="l"/>
              <a:pathLst>
                <a:path h="344793" w="1291990">
                  <a:moveTo>
                    <a:pt x="17282" y="0"/>
                  </a:moveTo>
                  <a:lnTo>
                    <a:pt x="1274708" y="0"/>
                  </a:lnTo>
                  <a:cubicBezTo>
                    <a:pt x="1279292" y="0"/>
                    <a:pt x="1283688" y="1821"/>
                    <a:pt x="1286929" y="5062"/>
                  </a:cubicBezTo>
                  <a:cubicBezTo>
                    <a:pt x="1290170" y="8303"/>
                    <a:pt x="1291990" y="12699"/>
                    <a:pt x="1291990" y="17282"/>
                  </a:cubicBezTo>
                  <a:lnTo>
                    <a:pt x="1291990" y="327511"/>
                  </a:lnTo>
                  <a:cubicBezTo>
                    <a:pt x="1291990" y="332095"/>
                    <a:pt x="1290170" y="336491"/>
                    <a:pt x="1286929" y="339732"/>
                  </a:cubicBezTo>
                  <a:cubicBezTo>
                    <a:pt x="1283688" y="342973"/>
                    <a:pt x="1279292" y="344793"/>
                    <a:pt x="1274708" y="344793"/>
                  </a:cubicBezTo>
                  <a:lnTo>
                    <a:pt x="17282" y="344793"/>
                  </a:lnTo>
                  <a:cubicBezTo>
                    <a:pt x="12699" y="344793"/>
                    <a:pt x="8303" y="342973"/>
                    <a:pt x="5062" y="339732"/>
                  </a:cubicBezTo>
                  <a:cubicBezTo>
                    <a:pt x="1821" y="336491"/>
                    <a:pt x="0" y="332095"/>
                    <a:pt x="0" y="327511"/>
                  </a:cubicBezTo>
                  <a:lnTo>
                    <a:pt x="0" y="17282"/>
                  </a:lnTo>
                  <a:cubicBezTo>
                    <a:pt x="0" y="12699"/>
                    <a:pt x="1821" y="8303"/>
                    <a:pt x="5062" y="5062"/>
                  </a:cubicBezTo>
                  <a:cubicBezTo>
                    <a:pt x="8303" y="1821"/>
                    <a:pt x="12699" y="0"/>
                    <a:pt x="17282" y="0"/>
                  </a:cubicBezTo>
                  <a:close/>
                </a:path>
              </a:pathLst>
            </a:custGeom>
            <a:ln w="57150" cap="rnd">
              <a:solidFill>
                <a:srgbClr val="FED636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1291990" cy="430518"/>
            </a:xfrm>
            <a:prstGeom prst="rect">
              <a:avLst/>
            </a:prstGeom>
          </p:spPr>
          <p:txBody>
            <a:bodyPr anchor="ctr" rtlCol="false" tIns="55690" lIns="55690" bIns="55690" rIns="5569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666897" y="5825097"/>
            <a:ext cx="8380573" cy="2082680"/>
            <a:chOff x="0" y="0"/>
            <a:chExt cx="1336469" cy="3321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36469" cy="332130"/>
            </a:xfrm>
            <a:custGeom>
              <a:avLst/>
              <a:gdLst/>
              <a:ahLst/>
              <a:cxnLst/>
              <a:rect r="r" b="b" t="t" l="l"/>
              <a:pathLst>
                <a:path h="332130" w="1336469">
                  <a:moveTo>
                    <a:pt x="18043" y="0"/>
                  </a:moveTo>
                  <a:lnTo>
                    <a:pt x="1318426" y="0"/>
                  </a:lnTo>
                  <a:cubicBezTo>
                    <a:pt x="1323212" y="0"/>
                    <a:pt x="1327801" y="1901"/>
                    <a:pt x="1331185" y="5285"/>
                  </a:cubicBezTo>
                  <a:cubicBezTo>
                    <a:pt x="1334568" y="8668"/>
                    <a:pt x="1336469" y="13258"/>
                    <a:pt x="1336469" y="18043"/>
                  </a:cubicBezTo>
                  <a:lnTo>
                    <a:pt x="1336469" y="314087"/>
                  </a:lnTo>
                  <a:cubicBezTo>
                    <a:pt x="1336469" y="324052"/>
                    <a:pt x="1328391" y="332130"/>
                    <a:pt x="1318426" y="332130"/>
                  </a:cubicBezTo>
                  <a:lnTo>
                    <a:pt x="18043" y="332130"/>
                  </a:lnTo>
                  <a:cubicBezTo>
                    <a:pt x="13258" y="332130"/>
                    <a:pt x="8668" y="330229"/>
                    <a:pt x="5285" y="326845"/>
                  </a:cubicBezTo>
                  <a:cubicBezTo>
                    <a:pt x="1901" y="323461"/>
                    <a:pt x="0" y="318872"/>
                    <a:pt x="0" y="314087"/>
                  </a:cubicBezTo>
                  <a:lnTo>
                    <a:pt x="0" y="18043"/>
                  </a:lnTo>
                  <a:cubicBezTo>
                    <a:pt x="0" y="13258"/>
                    <a:pt x="1901" y="8668"/>
                    <a:pt x="5285" y="5285"/>
                  </a:cubicBezTo>
                  <a:cubicBezTo>
                    <a:pt x="8668" y="1901"/>
                    <a:pt x="13258" y="0"/>
                    <a:pt x="18043" y="0"/>
                  </a:cubicBezTo>
                  <a:close/>
                </a:path>
              </a:pathLst>
            </a:custGeom>
            <a:solidFill>
              <a:srgbClr val="4B078C"/>
            </a:solidFill>
            <a:ln cap="rnd">
              <a:noFill/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1336469" cy="417855"/>
            </a:xfrm>
            <a:prstGeom prst="rect">
              <a:avLst/>
            </a:prstGeom>
          </p:spPr>
          <p:txBody>
            <a:bodyPr anchor="ctr" rtlCol="false" tIns="55690" lIns="55690" bIns="55690" rIns="5569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0961" y="6924305"/>
            <a:ext cx="5013975" cy="3247742"/>
            <a:chOff x="0" y="0"/>
            <a:chExt cx="740388" cy="47957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0388" cy="479578"/>
            </a:xfrm>
            <a:custGeom>
              <a:avLst/>
              <a:gdLst/>
              <a:ahLst/>
              <a:cxnLst/>
              <a:rect r="r" b="b" t="t" l="l"/>
              <a:pathLst>
                <a:path h="479578" w="740388">
                  <a:moveTo>
                    <a:pt x="30158" y="0"/>
                  </a:moveTo>
                  <a:lnTo>
                    <a:pt x="710231" y="0"/>
                  </a:lnTo>
                  <a:cubicBezTo>
                    <a:pt x="726886" y="0"/>
                    <a:pt x="740388" y="13502"/>
                    <a:pt x="740388" y="30158"/>
                  </a:cubicBezTo>
                  <a:lnTo>
                    <a:pt x="740388" y="449420"/>
                  </a:lnTo>
                  <a:cubicBezTo>
                    <a:pt x="740388" y="466076"/>
                    <a:pt x="726886" y="479578"/>
                    <a:pt x="710231" y="479578"/>
                  </a:cubicBezTo>
                  <a:lnTo>
                    <a:pt x="30158" y="479578"/>
                  </a:lnTo>
                  <a:cubicBezTo>
                    <a:pt x="13502" y="479578"/>
                    <a:pt x="0" y="466076"/>
                    <a:pt x="0" y="449420"/>
                  </a:cubicBezTo>
                  <a:lnTo>
                    <a:pt x="0" y="30158"/>
                  </a:lnTo>
                  <a:cubicBezTo>
                    <a:pt x="0" y="13502"/>
                    <a:pt x="13502" y="0"/>
                    <a:pt x="30158" y="0"/>
                  </a:cubicBezTo>
                  <a:close/>
                </a:path>
              </a:pathLst>
            </a:custGeom>
            <a:ln w="57150" cap="rnd">
              <a:solidFill>
                <a:srgbClr val="FED636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740388" cy="565303"/>
            </a:xfrm>
            <a:prstGeom prst="rect">
              <a:avLst/>
            </a:prstGeom>
          </p:spPr>
          <p:txBody>
            <a:bodyPr anchor="ctr" rtlCol="false" tIns="55690" lIns="55690" bIns="55690" rIns="5569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708953" y="8200865"/>
            <a:ext cx="4750847" cy="1971181"/>
            <a:chOff x="0" y="0"/>
            <a:chExt cx="701534" cy="29107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1534" cy="291074"/>
            </a:xfrm>
            <a:custGeom>
              <a:avLst/>
              <a:gdLst/>
              <a:ahLst/>
              <a:cxnLst/>
              <a:rect r="r" b="b" t="t" l="l"/>
              <a:pathLst>
                <a:path h="291074" w="701534">
                  <a:moveTo>
                    <a:pt x="31828" y="0"/>
                  </a:moveTo>
                  <a:lnTo>
                    <a:pt x="669706" y="0"/>
                  </a:lnTo>
                  <a:cubicBezTo>
                    <a:pt x="687284" y="0"/>
                    <a:pt x="701534" y="14250"/>
                    <a:pt x="701534" y="31828"/>
                  </a:cubicBezTo>
                  <a:lnTo>
                    <a:pt x="701534" y="259247"/>
                  </a:lnTo>
                  <a:cubicBezTo>
                    <a:pt x="701534" y="267688"/>
                    <a:pt x="698180" y="275783"/>
                    <a:pt x="692212" y="281752"/>
                  </a:cubicBezTo>
                  <a:cubicBezTo>
                    <a:pt x="686243" y="287721"/>
                    <a:pt x="678147" y="291074"/>
                    <a:pt x="669706" y="291074"/>
                  </a:cubicBezTo>
                  <a:lnTo>
                    <a:pt x="31828" y="291074"/>
                  </a:lnTo>
                  <a:cubicBezTo>
                    <a:pt x="14250" y="291074"/>
                    <a:pt x="0" y="276825"/>
                    <a:pt x="0" y="259247"/>
                  </a:cubicBezTo>
                  <a:lnTo>
                    <a:pt x="0" y="31828"/>
                  </a:lnTo>
                  <a:cubicBezTo>
                    <a:pt x="0" y="23387"/>
                    <a:pt x="3353" y="15291"/>
                    <a:pt x="9322" y="9322"/>
                  </a:cubicBezTo>
                  <a:cubicBezTo>
                    <a:pt x="15291" y="3353"/>
                    <a:pt x="23387" y="0"/>
                    <a:pt x="31828" y="0"/>
                  </a:cubicBezTo>
                  <a:close/>
                </a:path>
              </a:pathLst>
            </a:custGeom>
            <a:ln w="57150" cap="rnd">
              <a:solidFill>
                <a:srgbClr val="FED636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85725"/>
              <a:ext cx="701534" cy="376799"/>
            </a:xfrm>
            <a:prstGeom prst="rect">
              <a:avLst/>
            </a:prstGeom>
          </p:spPr>
          <p:txBody>
            <a:bodyPr anchor="ctr" rtlCol="false" tIns="55690" lIns="55690" bIns="55690" rIns="5569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12609" y="7112021"/>
            <a:ext cx="4730680" cy="2834148"/>
            <a:chOff x="0" y="0"/>
            <a:chExt cx="754412" cy="4519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54412" cy="451968"/>
            </a:xfrm>
            <a:custGeom>
              <a:avLst/>
              <a:gdLst/>
              <a:ahLst/>
              <a:cxnLst/>
              <a:rect r="r" b="b" t="t" l="l"/>
              <a:pathLst>
                <a:path h="451968" w="754412">
                  <a:moveTo>
                    <a:pt x="31964" y="0"/>
                  </a:moveTo>
                  <a:lnTo>
                    <a:pt x="722449" y="0"/>
                  </a:lnTo>
                  <a:cubicBezTo>
                    <a:pt x="740102" y="0"/>
                    <a:pt x="754412" y="14311"/>
                    <a:pt x="754412" y="31964"/>
                  </a:cubicBezTo>
                  <a:lnTo>
                    <a:pt x="754412" y="420005"/>
                  </a:lnTo>
                  <a:cubicBezTo>
                    <a:pt x="754412" y="437658"/>
                    <a:pt x="740102" y="451968"/>
                    <a:pt x="722449" y="451968"/>
                  </a:cubicBezTo>
                  <a:lnTo>
                    <a:pt x="31964" y="451968"/>
                  </a:lnTo>
                  <a:cubicBezTo>
                    <a:pt x="14311" y="451968"/>
                    <a:pt x="0" y="437658"/>
                    <a:pt x="0" y="420005"/>
                  </a:cubicBezTo>
                  <a:lnTo>
                    <a:pt x="0" y="31964"/>
                  </a:lnTo>
                  <a:cubicBezTo>
                    <a:pt x="0" y="14311"/>
                    <a:pt x="14311" y="0"/>
                    <a:pt x="31964" y="0"/>
                  </a:cubicBezTo>
                  <a:close/>
                </a:path>
              </a:pathLst>
            </a:custGeom>
            <a:solidFill>
              <a:srgbClr val="4B078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754412" cy="537693"/>
            </a:xfrm>
            <a:prstGeom prst="rect">
              <a:avLst/>
            </a:prstGeom>
          </p:spPr>
          <p:txBody>
            <a:bodyPr anchor="ctr" rtlCol="false" tIns="55690" lIns="55690" bIns="55690" rIns="5569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590000" y="8379274"/>
            <a:ext cx="4730680" cy="1566895"/>
            <a:chOff x="0" y="0"/>
            <a:chExt cx="754412" cy="24987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4412" cy="249876"/>
            </a:xfrm>
            <a:custGeom>
              <a:avLst/>
              <a:gdLst/>
              <a:ahLst/>
              <a:cxnLst/>
              <a:rect r="r" b="b" t="t" l="l"/>
              <a:pathLst>
                <a:path h="249876" w="754412">
                  <a:moveTo>
                    <a:pt x="31964" y="0"/>
                  </a:moveTo>
                  <a:lnTo>
                    <a:pt x="722449" y="0"/>
                  </a:lnTo>
                  <a:cubicBezTo>
                    <a:pt x="740102" y="0"/>
                    <a:pt x="754412" y="14311"/>
                    <a:pt x="754412" y="31964"/>
                  </a:cubicBezTo>
                  <a:lnTo>
                    <a:pt x="754412" y="217913"/>
                  </a:lnTo>
                  <a:cubicBezTo>
                    <a:pt x="754412" y="235566"/>
                    <a:pt x="740102" y="249876"/>
                    <a:pt x="722449" y="249876"/>
                  </a:cubicBezTo>
                  <a:lnTo>
                    <a:pt x="31964" y="249876"/>
                  </a:lnTo>
                  <a:cubicBezTo>
                    <a:pt x="14311" y="249876"/>
                    <a:pt x="0" y="235566"/>
                    <a:pt x="0" y="217913"/>
                  </a:cubicBezTo>
                  <a:lnTo>
                    <a:pt x="0" y="31964"/>
                  </a:lnTo>
                  <a:cubicBezTo>
                    <a:pt x="0" y="14311"/>
                    <a:pt x="14311" y="0"/>
                    <a:pt x="31964" y="0"/>
                  </a:cubicBezTo>
                  <a:close/>
                </a:path>
              </a:pathLst>
            </a:custGeom>
            <a:solidFill>
              <a:srgbClr val="4B078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85725"/>
              <a:ext cx="754412" cy="335601"/>
            </a:xfrm>
            <a:prstGeom prst="rect">
              <a:avLst/>
            </a:prstGeom>
          </p:spPr>
          <p:txBody>
            <a:bodyPr anchor="ctr" rtlCol="false" tIns="55690" lIns="55690" bIns="55690" rIns="5569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417310" y="7670483"/>
            <a:ext cx="4528070" cy="136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8"/>
              </a:lnSpc>
            </a:pPr>
            <a:r>
              <a:rPr lang="en-US" sz="2299">
                <a:solidFill>
                  <a:srgbClr val="FCFDFD"/>
                </a:solidFill>
                <a:latin typeface="Canva Sans"/>
                <a:ea typeface="Canva Sans"/>
                <a:cs typeface="Canva Sans"/>
                <a:sym typeface="Canva Sans"/>
              </a:rPr>
              <a:t>Branding of your company to be present on flyers advertising</a:t>
            </a:r>
          </a:p>
          <a:p>
            <a:pPr algn="l">
              <a:lnSpc>
                <a:spcPts val="3678"/>
              </a:lnSpc>
              <a:spcBef>
                <a:spcPct val="0"/>
              </a:spcBef>
            </a:pPr>
            <a:r>
              <a:rPr lang="en-US" sz="2299">
                <a:solidFill>
                  <a:srgbClr val="FCFDF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4652010" y="9918382"/>
            <a:ext cx="681990" cy="238125"/>
            <a:chOff x="0" y="0"/>
            <a:chExt cx="909320" cy="3175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50605" y="57968"/>
              <a:ext cx="807213" cy="209986"/>
            </a:xfrm>
            <a:custGeom>
              <a:avLst/>
              <a:gdLst/>
              <a:ahLst/>
              <a:cxnLst/>
              <a:rect r="r" b="b" t="t" l="l"/>
              <a:pathLst>
                <a:path h="209986" w="807213">
                  <a:moveTo>
                    <a:pt x="54805" y="1722"/>
                  </a:moveTo>
                  <a:cubicBezTo>
                    <a:pt x="222445" y="-3358"/>
                    <a:pt x="247845" y="2992"/>
                    <a:pt x="258005" y="18232"/>
                  </a:cubicBezTo>
                  <a:cubicBezTo>
                    <a:pt x="269435" y="34742"/>
                    <a:pt x="268165" y="66492"/>
                    <a:pt x="263085" y="88082"/>
                  </a:cubicBezTo>
                  <a:cubicBezTo>
                    <a:pt x="258005" y="107132"/>
                    <a:pt x="247845" y="124912"/>
                    <a:pt x="230065" y="138882"/>
                  </a:cubicBezTo>
                  <a:cubicBezTo>
                    <a:pt x="205935" y="157932"/>
                    <a:pt x="137355" y="192222"/>
                    <a:pt x="120845" y="180792"/>
                  </a:cubicBezTo>
                  <a:cubicBezTo>
                    <a:pt x="105605" y="169362"/>
                    <a:pt x="110685" y="105862"/>
                    <a:pt x="123385" y="85542"/>
                  </a:cubicBezTo>
                  <a:cubicBezTo>
                    <a:pt x="133545" y="69032"/>
                    <a:pt x="147515" y="62682"/>
                    <a:pt x="172915" y="56332"/>
                  </a:cubicBezTo>
                  <a:cubicBezTo>
                    <a:pt x="236415" y="41092"/>
                    <a:pt x="425645" y="71572"/>
                    <a:pt x="532325" y="70302"/>
                  </a:cubicBezTo>
                  <a:cubicBezTo>
                    <a:pt x="616145" y="70302"/>
                    <a:pt x="717745" y="44902"/>
                    <a:pt x="759655" y="57602"/>
                  </a:cubicBezTo>
                  <a:cubicBezTo>
                    <a:pt x="777435" y="62682"/>
                    <a:pt x="786325" y="71572"/>
                    <a:pt x="795215" y="83002"/>
                  </a:cubicBezTo>
                  <a:cubicBezTo>
                    <a:pt x="802835" y="94432"/>
                    <a:pt x="809185" y="110942"/>
                    <a:pt x="806645" y="124912"/>
                  </a:cubicBezTo>
                  <a:cubicBezTo>
                    <a:pt x="805375" y="142692"/>
                    <a:pt x="791405" y="170632"/>
                    <a:pt x="774895" y="180792"/>
                  </a:cubicBezTo>
                  <a:cubicBezTo>
                    <a:pt x="758385" y="190952"/>
                    <a:pt x="727905" y="193492"/>
                    <a:pt x="710125" y="185872"/>
                  </a:cubicBezTo>
                  <a:cubicBezTo>
                    <a:pt x="693615" y="178252"/>
                    <a:pt x="674565" y="154122"/>
                    <a:pt x="670755" y="135072"/>
                  </a:cubicBezTo>
                  <a:cubicBezTo>
                    <a:pt x="666945" y="116022"/>
                    <a:pt x="677105" y="86812"/>
                    <a:pt x="689805" y="74112"/>
                  </a:cubicBezTo>
                  <a:cubicBezTo>
                    <a:pt x="703775" y="60142"/>
                    <a:pt x="734255" y="53792"/>
                    <a:pt x="752035" y="55062"/>
                  </a:cubicBezTo>
                  <a:cubicBezTo>
                    <a:pt x="766005" y="57602"/>
                    <a:pt x="781245" y="66492"/>
                    <a:pt x="790135" y="77922"/>
                  </a:cubicBezTo>
                  <a:cubicBezTo>
                    <a:pt x="799025" y="88082"/>
                    <a:pt x="806645" y="103322"/>
                    <a:pt x="806645" y="117292"/>
                  </a:cubicBezTo>
                  <a:cubicBezTo>
                    <a:pt x="806645" y="136342"/>
                    <a:pt x="800295" y="161742"/>
                    <a:pt x="781245" y="176982"/>
                  </a:cubicBezTo>
                  <a:cubicBezTo>
                    <a:pt x="744415" y="204922"/>
                    <a:pt x="645355" y="203652"/>
                    <a:pt x="556455" y="207462"/>
                  </a:cubicBezTo>
                  <a:cubicBezTo>
                    <a:pt x="425645" y="213812"/>
                    <a:pt x="151325" y="208732"/>
                    <a:pt x="71315" y="185872"/>
                  </a:cubicBezTo>
                  <a:cubicBezTo>
                    <a:pt x="43375" y="176982"/>
                    <a:pt x="26865" y="170632"/>
                    <a:pt x="19245" y="152852"/>
                  </a:cubicBezTo>
                  <a:cubicBezTo>
                    <a:pt x="9085" y="133802"/>
                    <a:pt x="12895" y="84272"/>
                    <a:pt x="26865" y="69032"/>
                  </a:cubicBezTo>
                  <a:cubicBezTo>
                    <a:pt x="42105" y="55062"/>
                    <a:pt x="81475" y="69032"/>
                    <a:pt x="104335" y="61412"/>
                  </a:cubicBezTo>
                  <a:cubicBezTo>
                    <a:pt x="123385" y="55062"/>
                    <a:pt x="144975" y="24582"/>
                    <a:pt x="153865" y="29662"/>
                  </a:cubicBezTo>
                  <a:cubicBezTo>
                    <a:pt x="164025" y="34742"/>
                    <a:pt x="166565" y="95702"/>
                    <a:pt x="152595" y="110942"/>
                  </a:cubicBezTo>
                  <a:cubicBezTo>
                    <a:pt x="134815" y="128722"/>
                    <a:pt x="71315" y="123642"/>
                    <a:pt x="45915" y="117292"/>
                  </a:cubicBezTo>
                  <a:cubicBezTo>
                    <a:pt x="30675" y="112212"/>
                    <a:pt x="19245" y="104592"/>
                    <a:pt x="11625" y="94432"/>
                  </a:cubicBezTo>
                  <a:cubicBezTo>
                    <a:pt x="4005" y="84272"/>
                    <a:pt x="-1075" y="69032"/>
                    <a:pt x="195" y="55062"/>
                  </a:cubicBezTo>
                  <a:cubicBezTo>
                    <a:pt x="195" y="42362"/>
                    <a:pt x="7815" y="27122"/>
                    <a:pt x="16705" y="18232"/>
                  </a:cubicBezTo>
                  <a:cubicBezTo>
                    <a:pt x="26865" y="9342"/>
                    <a:pt x="54805" y="1722"/>
                    <a:pt x="54805" y="172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4701540" y="9905048"/>
            <a:ext cx="601028" cy="246697"/>
            <a:chOff x="0" y="0"/>
            <a:chExt cx="801370" cy="32893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47942" y="49661"/>
              <a:ext cx="704591" cy="230550"/>
            </a:xfrm>
            <a:custGeom>
              <a:avLst/>
              <a:gdLst/>
              <a:ahLst/>
              <a:cxnLst/>
              <a:rect r="r" b="b" t="t" l="l"/>
              <a:pathLst>
                <a:path h="230550" w="704591">
                  <a:moveTo>
                    <a:pt x="57468" y="109089"/>
                  </a:moveTo>
                  <a:cubicBezTo>
                    <a:pt x="421958" y="83689"/>
                    <a:pt x="573088" y="17649"/>
                    <a:pt x="579438" y="30349"/>
                  </a:cubicBezTo>
                  <a:cubicBezTo>
                    <a:pt x="583248" y="36699"/>
                    <a:pt x="533718" y="59559"/>
                    <a:pt x="528638" y="78609"/>
                  </a:cubicBezTo>
                  <a:cubicBezTo>
                    <a:pt x="523558" y="95119"/>
                    <a:pt x="551498" y="125599"/>
                    <a:pt x="546418" y="135759"/>
                  </a:cubicBezTo>
                  <a:cubicBezTo>
                    <a:pt x="541338" y="144649"/>
                    <a:pt x="523558" y="145919"/>
                    <a:pt x="510858" y="144649"/>
                  </a:cubicBezTo>
                  <a:cubicBezTo>
                    <a:pt x="496888" y="143379"/>
                    <a:pt x="476568" y="135759"/>
                    <a:pt x="466408" y="128139"/>
                  </a:cubicBezTo>
                  <a:cubicBezTo>
                    <a:pt x="457518" y="120519"/>
                    <a:pt x="451168" y="110359"/>
                    <a:pt x="447358" y="101469"/>
                  </a:cubicBezTo>
                  <a:cubicBezTo>
                    <a:pt x="443548" y="91309"/>
                    <a:pt x="442278" y="79879"/>
                    <a:pt x="443548" y="68449"/>
                  </a:cubicBezTo>
                  <a:cubicBezTo>
                    <a:pt x="446088" y="55749"/>
                    <a:pt x="456248" y="36699"/>
                    <a:pt x="466408" y="26539"/>
                  </a:cubicBezTo>
                  <a:cubicBezTo>
                    <a:pt x="474028" y="18919"/>
                    <a:pt x="481648" y="15109"/>
                    <a:pt x="494348" y="11299"/>
                  </a:cubicBezTo>
                  <a:cubicBezTo>
                    <a:pt x="523558" y="3679"/>
                    <a:pt x="603568" y="-2671"/>
                    <a:pt x="636588" y="1139"/>
                  </a:cubicBezTo>
                  <a:cubicBezTo>
                    <a:pt x="654368" y="3679"/>
                    <a:pt x="667068" y="7489"/>
                    <a:pt x="677228" y="15109"/>
                  </a:cubicBezTo>
                  <a:cubicBezTo>
                    <a:pt x="688658" y="23999"/>
                    <a:pt x="698818" y="37969"/>
                    <a:pt x="701358" y="51939"/>
                  </a:cubicBezTo>
                  <a:cubicBezTo>
                    <a:pt x="705168" y="64639"/>
                    <a:pt x="706438" y="81149"/>
                    <a:pt x="700088" y="95119"/>
                  </a:cubicBezTo>
                  <a:cubicBezTo>
                    <a:pt x="691198" y="110359"/>
                    <a:pt x="669608" y="131949"/>
                    <a:pt x="650558" y="135759"/>
                  </a:cubicBezTo>
                  <a:cubicBezTo>
                    <a:pt x="632778" y="140839"/>
                    <a:pt x="603568" y="131949"/>
                    <a:pt x="589598" y="119249"/>
                  </a:cubicBezTo>
                  <a:cubicBezTo>
                    <a:pt x="575628" y="106549"/>
                    <a:pt x="565468" y="77339"/>
                    <a:pt x="569278" y="58289"/>
                  </a:cubicBezTo>
                  <a:cubicBezTo>
                    <a:pt x="571818" y="40509"/>
                    <a:pt x="590868" y="16379"/>
                    <a:pt x="607378" y="7489"/>
                  </a:cubicBezTo>
                  <a:cubicBezTo>
                    <a:pt x="625158" y="-131"/>
                    <a:pt x="655638" y="3679"/>
                    <a:pt x="670878" y="11299"/>
                  </a:cubicBezTo>
                  <a:cubicBezTo>
                    <a:pt x="684848" y="17649"/>
                    <a:pt x="695008" y="31619"/>
                    <a:pt x="700088" y="44319"/>
                  </a:cubicBezTo>
                  <a:cubicBezTo>
                    <a:pt x="705168" y="57019"/>
                    <a:pt x="706438" y="73529"/>
                    <a:pt x="701358" y="87499"/>
                  </a:cubicBezTo>
                  <a:cubicBezTo>
                    <a:pt x="696278" y="104009"/>
                    <a:pt x="679768" y="124329"/>
                    <a:pt x="658178" y="134489"/>
                  </a:cubicBezTo>
                  <a:cubicBezTo>
                    <a:pt x="625158" y="149729"/>
                    <a:pt x="545148" y="149729"/>
                    <a:pt x="510858" y="144649"/>
                  </a:cubicBezTo>
                  <a:cubicBezTo>
                    <a:pt x="491808" y="142109"/>
                    <a:pt x="477838" y="137029"/>
                    <a:pt x="466408" y="128139"/>
                  </a:cubicBezTo>
                  <a:cubicBezTo>
                    <a:pt x="454978" y="117979"/>
                    <a:pt x="446088" y="98929"/>
                    <a:pt x="443548" y="84959"/>
                  </a:cubicBezTo>
                  <a:cubicBezTo>
                    <a:pt x="442278" y="73529"/>
                    <a:pt x="442278" y="63369"/>
                    <a:pt x="447358" y="53209"/>
                  </a:cubicBezTo>
                  <a:cubicBezTo>
                    <a:pt x="454978" y="37969"/>
                    <a:pt x="474028" y="18919"/>
                    <a:pt x="494348" y="11299"/>
                  </a:cubicBezTo>
                  <a:cubicBezTo>
                    <a:pt x="522288" y="1139"/>
                    <a:pt x="579438" y="3679"/>
                    <a:pt x="607378" y="16379"/>
                  </a:cubicBezTo>
                  <a:cubicBezTo>
                    <a:pt x="628968" y="27809"/>
                    <a:pt x="645478" y="51939"/>
                    <a:pt x="651828" y="72259"/>
                  </a:cubicBezTo>
                  <a:cubicBezTo>
                    <a:pt x="658178" y="91309"/>
                    <a:pt x="660718" y="115439"/>
                    <a:pt x="648018" y="131949"/>
                  </a:cubicBezTo>
                  <a:cubicBezTo>
                    <a:pt x="623888" y="164969"/>
                    <a:pt x="527368" y="189099"/>
                    <a:pt x="460058" y="205609"/>
                  </a:cubicBezTo>
                  <a:cubicBezTo>
                    <a:pt x="383858" y="223389"/>
                    <a:pt x="284798" y="225929"/>
                    <a:pt x="212408" y="228469"/>
                  </a:cubicBezTo>
                  <a:cubicBezTo>
                    <a:pt x="153988" y="231009"/>
                    <a:pt x="91758" y="232279"/>
                    <a:pt x="57468" y="225929"/>
                  </a:cubicBezTo>
                  <a:cubicBezTo>
                    <a:pt x="39688" y="222119"/>
                    <a:pt x="28258" y="218309"/>
                    <a:pt x="18098" y="210689"/>
                  </a:cubicBezTo>
                  <a:cubicBezTo>
                    <a:pt x="10478" y="204339"/>
                    <a:pt x="5398" y="196719"/>
                    <a:pt x="2858" y="187829"/>
                  </a:cubicBezTo>
                  <a:cubicBezTo>
                    <a:pt x="-952" y="176399"/>
                    <a:pt x="-952" y="157349"/>
                    <a:pt x="2858" y="147189"/>
                  </a:cubicBezTo>
                  <a:cubicBezTo>
                    <a:pt x="5398" y="137029"/>
                    <a:pt x="10478" y="129409"/>
                    <a:pt x="18098" y="123059"/>
                  </a:cubicBezTo>
                  <a:cubicBezTo>
                    <a:pt x="28258" y="116709"/>
                    <a:pt x="57468" y="109089"/>
                    <a:pt x="57468" y="10908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4597718" y="9903143"/>
            <a:ext cx="347662" cy="193358"/>
            <a:chOff x="0" y="0"/>
            <a:chExt cx="463550" cy="25781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50800" y="43924"/>
              <a:ext cx="360680" cy="152785"/>
            </a:xfrm>
            <a:custGeom>
              <a:avLst/>
              <a:gdLst/>
              <a:ahLst/>
              <a:cxnLst/>
              <a:rect r="r" b="b" t="t" l="l"/>
              <a:pathLst>
                <a:path h="152785" w="360680">
                  <a:moveTo>
                    <a:pt x="311150" y="147846"/>
                  </a:moveTo>
                  <a:cubicBezTo>
                    <a:pt x="68580" y="158006"/>
                    <a:pt x="43180" y="151656"/>
                    <a:pt x="25400" y="136416"/>
                  </a:cubicBezTo>
                  <a:cubicBezTo>
                    <a:pt x="11430" y="123716"/>
                    <a:pt x="0" y="103396"/>
                    <a:pt x="0" y="84346"/>
                  </a:cubicBezTo>
                  <a:cubicBezTo>
                    <a:pt x="0" y="62756"/>
                    <a:pt x="13970" y="28466"/>
                    <a:pt x="36830" y="13226"/>
                  </a:cubicBezTo>
                  <a:cubicBezTo>
                    <a:pt x="71120" y="-8364"/>
                    <a:pt x="170180" y="1796"/>
                    <a:pt x="207010" y="6876"/>
                  </a:cubicBezTo>
                  <a:cubicBezTo>
                    <a:pt x="224790" y="9416"/>
                    <a:pt x="236220" y="11956"/>
                    <a:pt x="246380" y="19576"/>
                  </a:cubicBezTo>
                  <a:cubicBezTo>
                    <a:pt x="256540" y="28466"/>
                    <a:pt x="266700" y="41166"/>
                    <a:pt x="269240" y="53866"/>
                  </a:cubicBezTo>
                  <a:cubicBezTo>
                    <a:pt x="273050" y="66566"/>
                    <a:pt x="273050" y="84346"/>
                    <a:pt x="267970" y="95776"/>
                  </a:cubicBezTo>
                  <a:cubicBezTo>
                    <a:pt x="262890" y="108476"/>
                    <a:pt x="251460" y="121176"/>
                    <a:pt x="240030" y="127526"/>
                  </a:cubicBezTo>
                  <a:cubicBezTo>
                    <a:pt x="229870" y="135146"/>
                    <a:pt x="213360" y="138956"/>
                    <a:pt x="199390" y="136416"/>
                  </a:cubicBezTo>
                  <a:cubicBezTo>
                    <a:pt x="182880" y="133876"/>
                    <a:pt x="157480" y="118636"/>
                    <a:pt x="149860" y="102126"/>
                  </a:cubicBezTo>
                  <a:cubicBezTo>
                    <a:pt x="140970" y="86886"/>
                    <a:pt x="140970" y="57676"/>
                    <a:pt x="149860" y="41166"/>
                  </a:cubicBezTo>
                  <a:cubicBezTo>
                    <a:pt x="157480" y="25926"/>
                    <a:pt x="181610" y="9416"/>
                    <a:pt x="199390" y="6876"/>
                  </a:cubicBezTo>
                  <a:cubicBezTo>
                    <a:pt x="218440" y="5606"/>
                    <a:pt x="245110" y="18306"/>
                    <a:pt x="256540" y="29736"/>
                  </a:cubicBezTo>
                  <a:cubicBezTo>
                    <a:pt x="266700" y="39896"/>
                    <a:pt x="273050" y="53866"/>
                    <a:pt x="271780" y="67836"/>
                  </a:cubicBezTo>
                  <a:cubicBezTo>
                    <a:pt x="271780" y="85616"/>
                    <a:pt x="262890" y="112286"/>
                    <a:pt x="246380" y="123716"/>
                  </a:cubicBezTo>
                  <a:cubicBezTo>
                    <a:pt x="226060" y="138956"/>
                    <a:pt x="177800" y="142766"/>
                    <a:pt x="151130" y="138956"/>
                  </a:cubicBezTo>
                  <a:cubicBezTo>
                    <a:pt x="130810" y="135146"/>
                    <a:pt x="101600" y="126256"/>
                    <a:pt x="97790" y="112286"/>
                  </a:cubicBezTo>
                  <a:cubicBezTo>
                    <a:pt x="92710" y="94506"/>
                    <a:pt x="118110" y="53866"/>
                    <a:pt x="143510" y="38626"/>
                  </a:cubicBezTo>
                  <a:cubicBezTo>
                    <a:pt x="180340" y="17036"/>
                    <a:pt x="290830" y="25926"/>
                    <a:pt x="322580" y="34816"/>
                  </a:cubicBezTo>
                  <a:cubicBezTo>
                    <a:pt x="334010" y="38626"/>
                    <a:pt x="339090" y="42436"/>
                    <a:pt x="345440" y="50056"/>
                  </a:cubicBezTo>
                  <a:cubicBezTo>
                    <a:pt x="353060" y="60216"/>
                    <a:pt x="360680" y="75456"/>
                    <a:pt x="360680" y="89426"/>
                  </a:cubicBezTo>
                  <a:cubicBezTo>
                    <a:pt x="360680" y="102126"/>
                    <a:pt x="355600" y="118636"/>
                    <a:pt x="346710" y="127526"/>
                  </a:cubicBezTo>
                  <a:cubicBezTo>
                    <a:pt x="339090" y="137686"/>
                    <a:pt x="311150" y="147846"/>
                    <a:pt x="311150" y="14784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073015" y="8212455"/>
            <a:ext cx="164783" cy="202883"/>
            <a:chOff x="0" y="0"/>
            <a:chExt cx="219710" cy="27051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47829" y="48974"/>
              <a:ext cx="123304" cy="170736"/>
            </a:xfrm>
            <a:custGeom>
              <a:avLst/>
              <a:gdLst/>
              <a:ahLst/>
              <a:cxnLst/>
              <a:rect r="r" b="b" t="t" l="l"/>
              <a:pathLst>
                <a:path h="170736" w="123304">
                  <a:moveTo>
                    <a:pt x="114731" y="41196"/>
                  </a:moveTo>
                  <a:cubicBezTo>
                    <a:pt x="117271" y="138986"/>
                    <a:pt x="109651" y="150416"/>
                    <a:pt x="99491" y="158036"/>
                  </a:cubicBezTo>
                  <a:cubicBezTo>
                    <a:pt x="89331" y="165656"/>
                    <a:pt x="71551" y="170736"/>
                    <a:pt x="58851" y="170736"/>
                  </a:cubicBezTo>
                  <a:cubicBezTo>
                    <a:pt x="49961" y="169466"/>
                    <a:pt x="41071" y="168196"/>
                    <a:pt x="33451" y="161846"/>
                  </a:cubicBezTo>
                  <a:cubicBezTo>
                    <a:pt x="22021" y="151686"/>
                    <a:pt x="5511" y="126286"/>
                    <a:pt x="5511" y="109776"/>
                  </a:cubicBezTo>
                  <a:cubicBezTo>
                    <a:pt x="5511" y="94536"/>
                    <a:pt x="19481" y="71676"/>
                    <a:pt x="33451" y="62786"/>
                  </a:cubicBezTo>
                  <a:cubicBezTo>
                    <a:pt x="46151" y="53896"/>
                    <a:pt x="72821" y="52626"/>
                    <a:pt x="86791" y="58976"/>
                  </a:cubicBezTo>
                  <a:cubicBezTo>
                    <a:pt x="102031" y="65326"/>
                    <a:pt x="117271" y="86916"/>
                    <a:pt x="121081" y="100886"/>
                  </a:cubicBezTo>
                  <a:cubicBezTo>
                    <a:pt x="124891" y="113586"/>
                    <a:pt x="121081" y="127556"/>
                    <a:pt x="116001" y="137716"/>
                  </a:cubicBezTo>
                  <a:cubicBezTo>
                    <a:pt x="110921" y="149146"/>
                    <a:pt x="100761" y="159306"/>
                    <a:pt x="89331" y="164386"/>
                  </a:cubicBezTo>
                  <a:cubicBezTo>
                    <a:pt x="75361" y="169466"/>
                    <a:pt x="48691" y="170736"/>
                    <a:pt x="34721" y="163116"/>
                  </a:cubicBezTo>
                  <a:cubicBezTo>
                    <a:pt x="20751" y="154226"/>
                    <a:pt x="8051" y="131366"/>
                    <a:pt x="5511" y="116126"/>
                  </a:cubicBezTo>
                  <a:cubicBezTo>
                    <a:pt x="4241" y="103426"/>
                    <a:pt x="8051" y="90726"/>
                    <a:pt x="15671" y="80566"/>
                  </a:cubicBezTo>
                  <a:cubicBezTo>
                    <a:pt x="24561" y="67866"/>
                    <a:pt x="46151" y="52626"/>
                    <a:pt x="62661" y="53896"/>
                  </a:cubicBezTo>
                  <a:cubicBezTo>
                    <a:pt x="81711" y="55166"/>
                    <a:pt x="112191" y="80566"/>
                    <a:pt x="119811" y="95806"/>
                  </a:cubicBezTo>
                  <a:cubicBezTo>
                    <a:pt x="124891" y="104696"/>
                    <a:pt x="123621" y="113586"/>
                    <a:pt x="121081" y="123746"/>
                  </a:cubicBezTo>
                  <a:cubicBezTo>
                    <a:pt x="118541" y="135176"/>
                    <a:pt x="109651" y="151686"/>
                    <a:pt x="99491" y="158036"/>
                  </a:cubicBezTo>
                  <a:cubicBezTo>
                    <a:pt x="86791" y="166926"/>
                    <a:pt x="61391" y="172006"/>
                    <a:pt x="46151" y="166926"/>
                  </a:cubicBezTo>
                  <a:cubicBezTo>
                    <a:pt x="30911" y="161846"/>
                    <a:pt x="15671" y="145336"/>
                    <a:pt x="8051" y="128826"/>
                  </a:cubicBezTo>
                  <a:cubicBezTo>
                    <a:pt x="-839" y="107236"/>
                    <a:pt x="-2109" y="66596"/>
                    <a:pt x="2971" y="46276"/>
                  </a:cubicBezTo>
                  <a:cubicBezTo>
                    <a:pt x="6781" y="31036"/>
                    <a:pt x="14401" y="18336"/>
                    <a:pt x="24561" y="10716"/>
                  </a:cubicBezTo>
                  <a:cubicBezTo>
                    <a:pt x="37261" y="3096"/>
                    <a:pt x="62661" y="-3254"/>
                    <a:pt x="77901" y="1826"/>
                  </a:cubicBezTo>
                  <a:cubicBezTo>
                    <a:pt x="93141" y="6906"/>
                    <a:pt x="114731" y="41196"/>
                    <a:pt x="114731" y="4119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5012055" y="8147685"/>
            <a:ext cx="170498" cy="173355"/>
            <a:chOff x="0" y="0"/>
            <a:chExt cx="227330" cy="2311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50800" y="48966"/>
              <a:ext cx="124568" cy="132644"/>
            </a:xfrm>
            <a:custGeom>
              <a:avLst/>
              <a:gdLst/>
              <a:ahLst/>
              <a:cxnLst/>
              <a:rect r="r" b="b" t="t" l="l"/>
              <a:pathLst>
                <a:path h="132644" w="124568">
                  <a:moveTo>
                    <a:pt x="16510" y="104704"/>
                  </a:moveTo>
                  <a:cubicBezTo>
                    <a:pt x="1270" y="37394"/>
                    <a:pt x="6350" y="24694"/>
                    <a:pt x="16510" y="17074"/>
                  </a:cubicBezTo>
                  <a:cubicBezTo>
                    <a:pt x="27940" y="6914"/>
                    <a:pt x="52070" y="-1976"/>
                    <a:pt x="68580" y="1834"/>
                  </a:cubicBezTo>
                  <a:cubicBezTo>
                    <a:pt x="83820" y="4374"/>
                    <a:pt x="104140" y="20884"/>
                    <a:pt x="110490" y="36124"/>
                  </a:cubicBezTo>
                  <a:cubicBezTo>
                    <a:pt x="116840" y="50094"/>
                    <a:pt x="114300" y="76764"/>
                    <a:pt x="105410" y="89464"/>
                  </a:cubicBezTo>
                  <a:cubicBezTo>
                    <a:pt x="96520" y="103434"/>
                    <a:pt x="73660" y="116134"/>
                    <a:pt x="58420" y="116134"/>
                  </a:cubicBezTo>
                  <a:cubicBezTo>
                    <a:pt x="41910" y="116134"/>
                    <a:pt x="19050" y="104704"/>
                    <a:pt x="10160" y="92004"/>
                  </a:cubicBezTo>
                  <a:cubicBezTo>
                    <a:pt x="0" y="78034"/>
                    <a:pt x="-2540" y="52634"/>
                    <a:pt x="2540" y="37394"/>
                  </a:cubicBezTo>
                  <a:cubicBezTo>
                    <a:pt x="8890" y="23424"/>
                    <a:pt x="29210" y="6914"/>
                    <a:pt x="43180" y="1834"/>
                  </a:cubicBezTo>
                  <a:cubicBezTo>
                    <a:pt x="54610" y="-1976"/>
                    <a:pt x="69850" y="564"/>
                    <a:pt x="80010" y="5644"/>
                  </a:cubicBezTo>
                  <a:cubicBezTo>
                    <a:pt x="91440" y="9454"/>
                    <a:pt x="100330" y="19614"/>
                    <a:pt x="107950" y="29774"/>
                  </a:cubicBezTo>
                  <a:cubicBezTo>
                    <a:pt x="115570" y="42474"/>
                    <a:pt x="125730" y="60254"/>
                    <a:pt x="124460" y="75494"/>
                  </a:cubicBezTo>
                  <a:cubicBezTo>
                    <a:pt x="123190" y="90734"/>
                    <a:pt x="113030" y="113594"/>
                    <a:pt x="100330" y="122484"/>
                  </a:cubicBezTo>
                  <a:cubicBezTo>
                    <a:pt x="87630" y="132644"/>
                    <a:pt x="62230" y="135184"/>
                    <a:pt x="48260" y="130104"/>
                  </a:cubicBezTo>
                  <a:cubicBezTo>
                    <a:pt x="35560" y="127564"/>
                    <a:pt x="16510" y="104704"/>
                    <a:pt x="16510" y="10470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5005388" y="8060055"/>
            <a:ext cx="95250" cy="265747"/>
            <a:chOff x="0" y="0"/>
            <a:chExt cx="127000" cy="35433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50800" y="50360"/>
              <a:ext cx="32550" cy="254863"/>
            </a:xfrm>
            <a:custGeom>
              <a:avLst/>
              <a:gdLst/>
              <a:ahLst/>
              <a:cxnLst/>
              <a:rect r="r" b="b" t="t" l="l"/>
              <a:pathLst>
                <a:path h="254863" w="32550">
                  <a:moveTo>
                    <a:pt x="0" y="253170"/>
                  </a:moveTo>
                  <a:cubicBezTo>
                    <a:pt x="16510" y="-2100"/>
                    <a:pt x="21590" y="-2100"/>
                    <a:pt x="25400" y="440"/>
                  </a:cubicBezTo>
                  <a:cubicBezTo>
                    <a:pt x="40640" y="16950"/>
                    <a:pt x="29210" y="237930"/>
                    <a:pt x="12700" y="253170"/>
                  </a:cubicBezTo>
                  <a:cubicBezTo>
                    <a:pt x="10160" y="256980"/>
                    <a:pt x="0" y="253170"/>
                    <a:pt x="0" y="25317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4999672" y="8155305"/>
            <a:ext cx="100012" cy="163830"/>
            <a:chOff x="0" y="0"/>
            <a:chExt cx="133350" cy="218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50094" y="48395"/>
              <a:ext cx="31186" cy="119296"/>
            </a:xfrm>
            <a:custGeom>
              <a:avLst/>
              <a:gdLst/>
              <a:ahLst/>
              <a:cxnLst/>
              <a:rect r="r" b="b" t="t" l="l"/>
              <a:pathLst>
                <a:path h="119296" w="31186">
                  <a:moveTo>
                    <a:pt x="31186" y="17645"/>
                  </a:moveTo>
                  <a:cubicBezTo>
                    <a:pt x="21026" y="120515"/>
                    <a:pt x="15946" y="119245"/>
                    <a:pt x="13406" y="115435"/>
                  </a:cubicBezTo>
                  <a:cubicBezTo>
                    <a:pt x="7056" y="107815"/>
                    <a:pt x="9596" y="74795"/>
                    <a:pt x="9596" y="55745"/>
                  </a:cubicBezTo>
                  <a:cubicBezTo>
                    <a:pt x="8326" y="37965"/>
                    <a:pt x="3246" y="7485"/>
                    <a:pt x="9596" y="2405"/>
                  </a:cubicBezTo>
                  <a:cubicBezTo>
                    <a:pt x="12136" y="-135"/>
                    <a:pt x="18486" y="-1405"/>
                    <a:pt x="21026" y="2405"/>
                  </a:cubicBezTo>
                  <a:cubicBezTo>
                    <a:pt x="31186" y="11295"/>
                    <a:pt x="32456" y="101465"/>
                    <a:pt x="23566" y="111625"/>
                  </a:cubicBezTo>
                  <a:cubicBezTo>
                    <a:pt x="19756" y="114165"/>
                    <a:pt x="14676" y="114165"/>
                    <a:pt x="10866" y="111625"/>
                  </a:cubicBezTo>
                  <a:cubicBezTo>
                    <a:pt x="4516" y="106545"/>
                    <a:pt x="1976" y="74795"/>
                    <a:pt x="706" y="57015"/>
                  </a:cubicBezTo>
                  <a:cubicBezTo>
                    <a:pt x="-564" y="41775"/>
                    <a:pt x="-564" y="21455"/>
                    <a:pt x="4516" y="12565"/>
                  </a:cubicBezTo>
                  <a:cubicBezTo>
                    <a:pt x="8326" y="6215"/>
                    <a:pt x="17216" y="-135"/>
                    <a:pt x="21026" y="2405"/>
                  </a:cubicBezTo>
                  <a:cubicBezTo>
                    <a:pt x="31186" y="7485"/>
                    <a:pt x="32456" y="111625"/>
                    <a:pt x="23566" y="117975"/>
                  </a:cubicBezTo>
                  <a:cubicBezTo>
                    <a:pt x="21026" y="120515"/>
                    <a:pt x="15946" y="119245"/>
                    <a:pt x="13406" y="115435"/>
                  </a:cubicBezTo>
                  <a:cubicBezTo>
                    <a:pt x="8326" y="109085"/>
                    <a:pt x="13406" y="84955"/>
                    <a:pt x="13406" y="69715"/>
                  </a:cubicBezTo>
                  <a:cubicBezTo>
                    <a:pt x="14676" y="51935"/>
                    <a:pt x="13406" y="21455"/>
                    <a:pt x="19756" y="16375"/>
                  </a:cubicBezTo>
                  <a:cubicBezTo>
                    <a:pt x="22296" y="13835"/>
                    <a:pt x="31186" y="17645"/>
                    <a:pt x="31186" y="1764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5071110" y="8325803"/>
            <a:ext cx="190500" cy="92392"/>
            <a:chOff x="0" y="0"/>
            <a:chExt cx="254000" cy="12319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54215" y="42697"/>
              <a:ext cx="148844" cy="32110"/>
            </a:xfrm>
            <a:custGeom>
              <a:avLst/>
              <a:gdLst/>
              <a:ahLst/>
              <a:cxnLst/>
              <a:rect r="r" b="b" t="t" l="l"/>
              <a:pathLst>
                <a:path h="32110" w="148844">
                  <a:moveTo>
                    <a:pt x="147715" y="20803"/>
                  </a:moveTo>
                  <a:cubicBezTo>
                    <a:pt x="-3415" y="13183"/>
                    <a:pt x="131205" y="3023"/>
                    <a:pt x="143905" y="13183"/>
                  </a:cubicBezTo>
                  <a:cubicBezTo>
                    <a:pt x="147715" y="16993"/>
                    <a:pt x="146445" y="25883"/>
                    <a:pt x="146445" y="25883"/>
                  </a:cubicBezTo>
                  <a:cubicBezTo>
                    <a:pt x="146445" y="25883"/>
                    <a:pt x="142635" y="14453"/>
                    <a:pt x="143905" y="13183"/>
                  </a:cubicBezTo>
                  <a:cubicBezTo>
                    <a:pt x="143905" y="13183"/>
                    <a:pt x="150255" y="22073"/>
                    <a:pt x="147715" y="24613"/>
                  </a:cubicBezTo>
                  <a:cubicBezTo>
                    <a:pt x="145175" y="29693"/>
                    <a:pt x="119775" y="27153"/>
                    <a:pt x="101995" y="28423"/>
                  </a:cubicBezTo>
                  <a:cubicBezTo>
                    <a:pt x="77865" y="29693"/>
                    <a:pt x="34685" y="36043"/>
                    <a:pt x="18175" y="28423"/>
                  </a:cubicBezTo>
                  <a:cubicBezTo>
                    <a:pt x="8015" y="23343"/>
                    <a:pt x="-2145" y="13183"/>
                    <a:pt x="395" y="8103"/>
                  </a:cubicBezTo>
                  <a:cubicBezTo>
                    <a:pt x="4205" y="-2057"/>
                    <a:pt x="136285" y="-3327"/>
                    <a:pt x="147715" y="8103"/>
                  </a:cubicBezTo>
                  <a:cubicBezTo>
                    <a:pt x="150255" y="10643"/>
                    <a:pt x="147715" y="20803"/>
                    <a:pt x="147715" y="2080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5078730" y="8145780"/>
            <a:ext cx="189548" cy="166688"/>
            <a:chOff x="0" y="0"/>
            <a:chExt cx="252730" cy="2222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48895" y="50596"/>
              <a:ext cx="151765" cy="121329"/>
            </a:xfrm>
            <a:custGeom>
              <a:avLst/>
              <a:gdLst/>
              <a:ahLst/>
              <a:cxnLst/>
              <a:rect r="r" b="b" t="t" l="l"/>
              <a:pathLst>
                <a:path h="121329" w="151765">
                  <a:moveTo>
                    <a:pt x="13335" y="4014"/>
                  </a:moveTo>
                  <a:cubicBezTo>
                    <a:pt x="70485" y="118314"/>
                    <a:pt x="151765" y="110694"/>
                    <a:pt x="151765" y="113234"/>
                  </a:cubicBezTo>
                  <a:cubicBezTo>
                    <a:pt x="151765" y="115774"/>
                    <a:pt x="76835" y="128474"/>
                    <a:pt x="53975" y="115774"/>
                  </a:cubicBezTo>
                  <a:cubicBezTo>
                    <a:pt x="33655" y="105614"/>
                    <a:pt x="20955" y="75134"/>
                    <a:pt x="13335" y="54814"/>
                  </a:cubicBezTo>
                  <a:cubicBezTo>
                    <a:pt x="6985" y="37034"/>
                    <a:pt x="1905" y="1474"/>
                    <a:pt x="4445" y="204"/>
                  </a:cubicBezTo>
                  <a:cubicBezTo>
                    <a:pt x="9525" y="-1066"/>
                    <a:pt x="33655" y="89104"/>
                    <a:pt x="60325" y="105614"/>
                  </a:cubicBezTo>
                  <a:cubicBezTo>
                    <a:pt x="84455" y="122124"/>
                    <a:pt x="150495" y="108154"/>
                    <a:pt x="150495" y="111964"/>
                  </a:cubicBezTo>
                  <a:cubicBezTo>
                    <a:pt x="151765" y="113234"/>
                    <a:pt x="131445" y="119584"/>
                    <a:pt x="117475" y="119584"/>
                  </a:cubicBezTo>
                  <a:cubicBezTo>
                    <a:pt x="97155" y="120854"/>
                    <a:pt x="55245" y="122124"/>
                    <a:pt x="36195" y="106884"/>
                  </a:cubicBezTo>
                  <a:cubicBezTo>
                    <a:pt x="15875" y="89104"/>
                    <a:pt x="4445" y="37034"/>
                    <a:pt x="1905" y="17984"/>
                  </a:cubicBezTo>
                  <a:cubicBezTo>
                    <a:pt x="-635" y="10364"/>
                    <a:pt x="-635" y="1474"/>
                    <a:pt x="1905" y="204"/>
                  </a:cubicBezTo>
                  <a:cubicBezTo>
                    <a:pt x="3175" y="-1066"/>
                    <a:pt x="13335" y="4014"/>
                    <a:pt x="13335" y="401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9679237" y="8192929"/>
            <a:ext cx="5660378" cy="1999105"/>
            <a:chOff x="0" y="0"/>
            <a:chExt cx="835840" cy="29519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35840" cy="295198"/>
            </a:xfrm>
            <a:custGeom>
              <a:avLst/>
              <a:gdLst/>
              <a:ahLst/>
              <a:cxnLst/>
              <a:rect r="r" b="b" t="t" l="l"/>
              <a:pathLst>
                <a:path h="295198" w="835840">
                  <a:moveTo>
                    <a:pt x="26714" y="0"/>
                  </a:moveTo>
                  <a:lnTo>
                    <a:pt x="809126" y="0"/>
                  </a:lnTo>
                  <a:cubicBezTo>
                    <a:pt x="816211" y="0"/>
                    <a:pt x="823006" y="2814"/>
                    <a:pt x="828015" y="7824"/>
                  </a:cubicBezTo>
                  <a:cubicBezTo>
                    <a:pt x="833025" y="12834"/>
                    <a:pt x="835840" y="19629"/>
                    <a:pt x="835840" y="26714"/>
                  </a:cubicBezTo>
                  <a:lnTo>
                    <a:pt x="835840" y="268484"/>
                  </a:lnTo>
                  <a:cubicBezTo>
                    <a:pt x="835840" y="283238"/>
                    <a:pt x="823880" y="295198"/>
                    <a:pt x="809126" y="295198"/>
                  </a:cubicBezTo>
                  <a:lnTo>
                    <a:pt x="26714" y="295198"/>
                  </a:lnTo>
                  <a:cubicBezTo>
                    <a:pt x="19629" y="295198"/>
                    <a:pt x="12834" y="292383"/>
                    <a:pt x="7824" y="287374"/>
                  </a:cubicBezTo>
                  <a:cubicBezTo>
                    <a:pt x="2814" y="282364"/>
                    <a:pt x="0" y="275569"/>
                    <a:pt x="0" y="268484"/>
                  </a:cubicBezTo>
                  <a:lnTo>
                    <a:pt x="0" y="26714"/>
                  </a:lnTo>
                  <a:cubicBezTo>
                    <a:pt x="0" y="19629"/>
                    <a:pt x="2814" y="12834"/>
                    <a:pt x="7824" y="7824"/>
                  </a:cubicBezTo>
                  <a:cubicBezTo>
                    <a:pt x="12834" y="2814"/>
                    <a:pt x="19629" y="0"/>
                    <a:pt x="26714" y="0"/>
                  </a:cubicBezTo>
                  <a:close/>
                </a:path>
              </a:pathLst>
            </a:custGeom>
            <a:ln w="57150" cap="rnd">
              <a:solidFill>
                <a:srgbClr val="FED636"/>
              </a:solidFill>
              <a:prstDash val="solid"/>
              <a:round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85725"/>
              <a:ext cx="835840" cy="380923"/>
            </a:xfrm>
            <a:prstGeom prst="rect">
              <a:avLst/>
            </a:prstGeom>
          </p:spPr>
          <p:txBody>
            <a:bodyPr anchor="ctr" rtlCol="false" tIns="55690" lIns="55690" bIns="55690" rIns="5569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755628" y="8325735"/>
            <a:ext cx="5507595" cy="1714625"/>
            <a:chOff x="0" y="0"/>
            <a:chExt cx="878309" cy="27343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8309" cy="273435"/>
            </a:xfrm>
            <a:custGeom>
              <a:avLst/>
              <a:gdLst/>
              <a:ahLst/>
              <a:cxnLst/>
              <a:rect r="r" b="b" t="t" l="l"/>
              <a:pathLst>
                <a:path h="273435" w="878309">
                  <a:moveTo>
                    <a:pt x="27455" y="0"/>
                  </a:moveTo>
                  <a:lnTo>
                    <a:pt x="850854" y="0"/>
                  </a:lnTo>
                  <a:cubicBezTo>
                    <a:pt x="858136" y="0"/>
                    <a:pt x="865119" y="2893"/>
                    <a:pt x="870268" y="8041"/>
                  </a:cubicBezTo>
                  <a:cubicBezTo>
                    <a:pt x="875416" y="13190"/>
                    <a:pt x="878309" y="20173"/>
                    <a:pt x="878309" y="27455"/>
                  </a:cubicBezTo>
                  <a:lnTo>
                    <a:pt x="878309" y="245980"/>
                  </a:lnTo>
                  <a:cubicBezTo>
                    <a:pt x="878309" y="253262"/>
                    <a:pt x="875416" y="260245"/>
                    <a:pt x="870268" y="265394"/>
                  </a:cubicBezTo>
                  <a:cubicBezTo>
                    <a:pt x="865119" y="270543"/>
                    <a:pt x="858136" y="273435"/>
                    <a:pt x="850854" y="273435"/>
                  </a:cubicBezTo>
                  <a:lnTo>
                    <a:pt x="27455" y="273435"/>
                  </a:lnTo>
                  <a:cubicBezTo>
                    <a:pt x="20173" y="273435"/>
                    <a:pt x="13190" y="270543"/>
                    <a:pt x="8041" y="265394"/>
                  </a:cubicBezTo>
                  <a:cubicBezTo>
                    <a:pt x="2893" y="260245"/>
                    <a:pt x="0" y="253262"/>
                    <a:pt x="0" y="245980"/>
                  </a:cubicBezTo>
                  <a:lnTo>
                    <a:pt x="0" y="27455"/>
                  </a:lnTo>
                  <a:cubicBezTo>
                    <a:pt x="0" y="20173"/>
                    <a:pt x="2893" y="13190"/>
                    <a:pt x="8041" y="8041"/>
                  </a:cubicBezTo>
                  <a:cubicBezTo>
                    <a:pt x="13190" y="2893"/>
                    <a:pt x="20173" y="0"/>
                    <a:pt x="27455" y="0"/>
                  </a:cubicBezTo>
                  <a:close/>
                </a:path>
              </a:pathLst>
            </a:custGeom>
            <a:solidFill>
              <a:srgbClr val="4B078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85725"/>
              <a:ext cx="878309" cy="359160"/>
            </a:xfrm>
            <a:prstGeom prst="rect">
              <a:avLst/>
            </a:prstGeom>
          </p:spPr>
          <p:txBody>
            <a:bodyPr anchor="ctr" rtlCol="false" tIns="55690" lIns="55690" bIns="55690" rIns="5569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9857184" y="8600605"/>
            <a:ext cx="5263793" cy="1184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1"/>
              </a:lnSpc>
              <a:spcBef>
                <a:spcPct val="0"/>
              </a:spcBef>
            </a:pPr>
            <a:r>
              <a:rPr lang="en-US" sz="1994">
                <a:solidFill>
                  <a:srgbClr val="FCFDFD"/>
                </a:solidFill>
                <a:latin typeface="Canva Sans"/>
                <a:ea typeface="Canva Sans"/>
                <a:cs typeface="Canva Sans"/>
                <a:sym typeface="Canva Sans"/>
              </a:rPr>
              <a:t>CSR opportunity in supporting kids explore their economic passions that can be posted on Instagram.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810702" y="3408997"/>
            <a:ext cx="162878" cy="848677"/>
            <a:chOff x="0" y="0"/>
            <a:chExt cx="217170" cy="113157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47413" y="49804"/>
              <a:ext cx="118592" cy="1029794"/>
            </a:xfrm>
            <a:custGeom>
              <a:avLst/>
              <a:gdLst/>
              <a:ahLst/>
              <a:cxnLst/>
              <a:rect r="r" b="b" t="t" l="l"/>
              <a:pathLst>
                <a:path h="1029794" w="118592">
                  <a:moveTo>
                    <a:pt x="84667" y="32746"/>
                  </a:moveTo>
                  <a:cubicBezTo>
                    <a:pt x="64347" y="463276"/>
                    <a:pt x="46567" y="726166"/>
                    <a:pt x="66887" y="849356"/>
                  </a:cubicBezTo>
                  <a:cubicBezTo>
                    <a:pt x="78317" y="917936"/>
                    <a:pt x="125307" y="973816"/>
                    <a:pt x="117687" y="1003026"/>
                  </a:cubicBezTo>
                  <a:cubicBezTo>
                    <a:pt x="115147" y="1016996"/>
                    <a:pt x="101177" y="1028426"/>
                    <a:pt x="91017" y="1029696"/>
                  </a:cubicBezTo>
                  <a:cubicBezTo>
                    <a:pt x="80857" y="1030966"/>
                    <a:pt x="60537" y="1019536"/>
                    <a:pt x="57997" y="1009376"/>
                  </a:cubicBezTo>
                  <a:cubicBezTo>
                    <a:pt x="54187" y="999216"/>
                    <a:pt x="66887" y="971276"/>
                    <a:pt x="77047" y="967466"/>
                  </a:cubicBezTo>
                  <a:cubicBezTo>
                    <a:pt x="87207" y="964926"/>
                    <a:pt x="113877" y="978896"/>
                    <a:pt x="117687" y="989056"/>
                  </a:cubicBezTo>
                  <a:cubicBezTo>
                    <a:pt x="121497" y="999216"/>
                    <a:pt x="112607" y="1020806"/>
                    <a:pt x="103717" y="1025886"/>
                  </a:cubicBezTo>
                  <a:cubicBezTo>
                    <a:pt x="93557" y="1029696"/>
                    <a:pt x="71967" y="1025886"/>
                    <a:pt x="59267" y="1013186"/>
                  </a:cubicBezTo>
                  <a:cubicBezTo>
                    <a:pt x="33867" y="989056"/>
                    <a:pt x="12277" y="901426"/>
                    <a:pt x="3387" y="850626"/>
                  </a:cubicBezTo>
                  <a:cubicBezTo>
                    <a:pt x="-4233" y="807446"/>
                    <a:pt x="3387" y="785856"/>
                    <a:pt x="3387" y="727436"/>
                  </a:cubicBezTo>
                  <a:cubicBezTo>
                    <a:pt x="4657" y="590276"/>
                    <a:pt x="847" y="106406"/>
                    <a:pt x="21167" y="32746"/>
                  </a:cubicBezTo>
                  <a:cubicBezTo>
                    <a:pt x="24977" y="16236"/>
                    <a:pt x="27517" y="11156"/>
                    <a:pt x="33867" y="6076"/>
                  </a:cubicBezTo>
                  <a:cubicBezTo>
                    <a:pt x="40217" y="996"/>
                    <a:pt x="49107" y="-1544"/>
                    <a:pt x="56727" y="996"/>
                  </a:cubicBezTo>
                  <a:cubicBezTo>
                    <a:pt x="65617" y="3536"/>
                    <a:pt x="84667" y="32746"/>
                    <a:pt x="84667" y="32746"/>
                  </a:cubicBezTo>
                </a:path>
              </a:pathLst>
            </a:custGeom>
            <a:solidFill>
              <a:srgbClr val="4B07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2401306" y="5955106"/>
            <a:ext cx="1720162" cy="1420101"/>
            <a:chOff x="0" y="0"/>
            <a:chExt cx="1579880" cy="130429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45262" y="50800"/>
              <a:ext cx="1483818" cy="1204050"/>
            </a:xfrm>
            <a:custGeom>
              <a:avLst/>
              <a:gdLst/>
              <a:ahLst/>
              <a:cxnLst/>
              <a:rect r="r" b="b" t="t" l="l"/>
              <a:pathLst>
                <a:path h="1204050" w="1483818">
                  <a:moveTo>
                    <a:pt x="69038" y="29210"/>
                  </a:moveTo>
                  <a:cubicBezTo>
                    <a:pt x="108408" y="381000"/>
                    <a:pt x="131268" y="553720"/>
                    <a:pt x="166828" y="635000"/>
                  </a:cubicBezTo>
                  <a:cubicBezTo>
                    <a:pt x="185878" y="683260"/>
                    <a:pt x="210008" y="709930"/>
                    <a:pt x="236678" y="737870"/>
                  </a:cubicBezTo>
                  <a:cubicBezTo>
                    <a:pt x="262078" y="764540"/>
                    <a:pt x="288748" y="779780"/>
                    <a:pt x="324308" y="802640"/>
                  </a:cubicBezTo>
                  <a:cubicBezTo>
                    <a:pt x="375108" y="833120"/>
                    <a:pt x="427178" y="868680"/>
                    <a:pt x="514808" y="900430"/>
                  </a:cubicBezTo>
                  <a:cubicBezTo>
                    <a:pt x="679908" y="962660"/>
                    <a:pt x="1125678" y="1031240"/>
                    <a:pt x="1270458" y="1078230"/>
                  </a:cubicBezTo>
                  <a:cubicBezTo>
                    <a:pt x="1330148" y="1097280"/>
                    <a:pt x="1356818" y="1118870"/>
                    <a:pt x="1393648" y="1130300"/>
                  </a:cubicBezTo>
                  <a:cubicBezTo>
                    <a:pt x="1421588" y="1139190"/>
                    <a:pt x="1459688" y="1132840"/>
                    <a:pt x="1472388" y="1146810"/>
                  </a:cubicBezTo>
                  <a:cubicBezTo>
                    <a:pt x="1481278" y="1155700"/>
                    <a:pt x="1485088" y="1174750"/>
                    <a:pt x="1480008" y="1183640"/>
                  </a:cubicBezTo>
                  <a:cubicBezTo>
                    <a:pt x="1476198" y="1193800"/>
                    <a:pt x="1455878" y="1203960"/>
                    <a:pt x="1445718" y="1201420"/>
                  </a:cubicBezTo>
                  <a:cubicBezTo>
                    <a:pt x="1435558" y="1200150"/>
                    <a:pt x="1421588" y="1183640"/>
                    <a:pt x="1420318" y="1173480"/>
                  </a:cubicBezTo>
                  <a:cubicBezTo>
                    <a:pt x="1417778" y="1164590"/>
                    <a:pt x="1424128" y="1151890"/>
                    <a:pt x="1431748" y="1145540"/>
                  </a:cubicBezTo>
                  <a:cubicBezTo>
                    <a:pt x="1438098" y="1140460"/>
                    <a:pt x="1452068" y="1136650"/>
                    <a:pt x="1460958" y="1140460"/>
                  </a:cubicBezTo>
                  <a:cubicBezTo>
                    <a:pt x="1469848" y="1143000"/>
                    <a:pt x="1483818" y="1160780"/>
                    <a:pt x="1483818" y="1170940"/>
                  </a:cubicBezTo>
                  <a:cubicBezTo>
                    <a:pt x="1482548" y="1181100"/>
                    <a:pt x="1471118" y="1196340"/>
                    <a:pt x="1459688" y="1201420"/>
                  </a:cubicBezTo>
                  <a:cubicBezTo>
                    <a:pt x="1443178" y="1207770"/>
                    <a:pt x="1420318" y="1201420"/>
                    <a:pt x="1391108" y="1195070"/>
                  </a:cubicBezTo>
                  <a:cubicBezTo>
                    <a:pt x="1328878" y="1182370"/>
                    <a:pt x="1209498" y="1127760"/>
                    <a:pt x="1118058" y="1102360"/>
                  </a:cubicBezTo>
                  <a:cubicBezTo>
                    <a:pt x="1026618" y="1078230"/>
                    <a:pt x="918668" y="1066800"/>
                    <a:pt x="842468" y="1047750"/>
                  </a:cubicBezTo>
                  <a:cubicBezTo>
                    <a:pt x="787858" y="1032510"/>
                    <a:pt x="751028" y="1013460"/>
                    <a:pt x="702768" y="1002030"/>
                  </a:cubicBezTo>
                  <a:cubicBezTo>
                    <a:pt x="653238" y="990600"/>
                    <a:pt x="598628" y="991870"/>
                    <a:pt x="551638" y="979170"/>
                  </a:cubicBezTo>
                  <a:cubicBezTo>
                    <a:pt x="509728" y="967740"/>
                    <a:pt x="480518" y="956310"/>
                    <a:pt x="436068" y="934720"/>
                  </a:cubicBezTo>
                  <a:cubicBezTo>
                    <a:pt x="371298" y="904240"/>
                    <a:pt x="264618" y="848360"/>
                    <a:pt x="208738" y="800100"/>
                  </a:cubicBezTo>
                  <a:cubicBezTo>
                    <a:pt x="168098" y="764540"/>
                    <a:pt x="142698" y="739140"/>
                    <a:pt x="118568" y="688340"/>
                  </a:cubicBezTo>
                  <a:cubicBezTo>
                    <a:pt x="81738" y="613410"/>
                    <a:pt x="63958" y="485140"/>
                    <a:pt x="46178" y="378460"/>
                  </a:cubicBezTo>
                  <a:cubicBezTo>
                    <a:pt x="25858" y="265430"/>
                    <a:pt x="-14782" y="76200"/>
                    <a:pt x="5538" y="26670"/>
                  </a:cubicBezTo>
                  <a:cubicBezTo>
                    <a:pt x="13158" y="10160"/>
                    <a:pt x="28398" y="0"/>
                    <a:pt x="38558" y="0"/>
                  </a:cubicBezTo>
                  <a:cubicBezTo>
                    <a:pt x="48718" y="0"/>
                    <a:pt x="69038" y="29210"/>
                    <a:pt x="69038" y="29210"/>
                  </a:cubicBezTo>
                </a:path>
              </a:pathLst>
            </a:custGeom>
            <a:solidFill>
              <a:srgbClr val="4B07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8788718" y="9529762"/>
            <a:ext cx="1296352" cy="510540"/>
            <a:chOff x="0" y="0"/>
            <a:chExt cx="1728470" cy="6807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47201" y="49212"/>
              <a:ext cx="1630707" cy="582083"/>
            </a:xfrm>
            <a:custGeom>
              <a:avLst/>
              <a:gdLst/>
              <a:ahLst/>
              <a:cxnLst/>
              <a:rect r="r" b="b" t="t" l="l"/>
              <a:pathLst>
                <a:path h="582083" w="1630707">
                  <a:moveTo>
                    <a:pt x="49319" y="282258"/>
                  </a:moveTo>
                  <a:cubicBezTo>
                    <a:pt x="243629" y="415608"/>
                    <a:pt x="347769" y="460058"/>
                    <a:pt x="418889" y="481648"/>
                  </a:cubicBezTo>
                  <a:cubicBezTo>
                    <a:pt x="474769" y="498158"/>
                    <a:pt x="515409" y="504508"/>
                    <a:pt x="570019" y="509588"/>
                  </a:cubicBezTo>
                  <a:cubicBezTo>
                    <a:pt x="632249" y="517208"/>
                    <a:pt x="704639" y="522288"/>
                    <a:pt x="771949" y="515938"/>
                  </a:cubicBezTo>
                  <a:cubicBezTo>
                    <a:pt x="837989" y="509588"/>
                    <a:pt x="910379" y="494348"/>
                    <a:pt x="967529" y="475298"/>
                  </a:cubicBezTo>
                  <a:cubicBezTo>
                    <a:pt x="1015789" y="458788"/>
                    <a:pt x="1051349" y="447358"/>
                    <a:pt x="1094529" y="413068"/>
                  </a:cubicBezTo>
                  <a:cubicBezTo>
                    <a:pt x="1159299" y="362268"/>
                    <a:pt x="1249469" y="217488"/>
                    <a:pt x="1297729" y="169228"/>
                  </a:cubicBezTo>
                  <a:cubicBezTo>
                    <a:pt x="1320589" y="146368"/>
                    <a:pt x="1333289" y="138748"/>
                    <a:pt x="1352339" y="122238"/>
                  </a:cubicBezTo>
                  <a:cubicBezTo>
                    <a:pt x="1375199" y="104458"/>
                    <a:pt x="1394249" y="85408"/>
                    <a:pt x="1424729" y="68898"/>
                  </a:cubicBezTo>
                  <a:cubicBezTo>
                    <a:pt x="1466639" y="44768"/>
                    <a:pt x="1554269" y="5398"/>
                    <a:pt x="1587289" y="1588"/>
                  </a:cubicBezTo>
                  <a:cubicBezTo>
                    <a:pt x="1601259" y="-952"/>
                    <a:pt x="1610149" y="318"/>
                    <a:pt x="1616499" y="4128"/>
                  </a:cubicBezTo>
                  <a:cubicBezTo>
                    <a:pt x="1624119" y="9208"/>
                    <a:pt x="1630469" y="21908"/>
                    <a:pt x="1630469" y="30798"/>
                  </a:cubicBezTo>
                  <a:cubicBezTo>
                    <a:pt x="1630469" y="39688"/>
                    <a:pt x="1624119" y="52388"/>
                    <a:pt x="1616499" y="57468"/>
                  </a:cubicBezTo>
                  <a:cubicBezTo>
                    <a:pt x="1608879" y="62548"/>
                    <a:pt x="1594909" y="63818"/>
                    <a:pt x="1587289" y="60008"/>
                  </a:cubicBezTo>
                  <a:cubicBezTo>
                    <a:pt x="1578399" y="56198"/>
                    <a:pt x="1566969" y="37148"/>
                    <a:pt x="1566969" y="26988"/>
                  </a:cubicBezTo>
                  <a:cubicBezTo>
                    <a:pt x="1566969" y="18098"/>
                    <a:pt x="1575859" y="6668"/>
                    <a:pt x="1584749" y="2858"/>
                  </a:cubicBezTo>
                  <a:cubicBezTo>
                    <a:pt x="1592369" y="-952"/>
                    <a:pt x="1606339" y="-952"/>
                    <a:pt x="1613959" y="2858"/>
                  </a:cubicBezTo>
                  <a:cubicBezTo>
                    <a:pt x="1621579" y="6668"/>
                    <a:pt x="1629199" y="19368"/>
                    <a:pt x="1630469" y="28258"/>
                  </a:cubicBezTo>
                  <a:cubicBezTo>
                    <a:pt x="1631739" y="35878"/>
                    <a:pt x="1627929" y="46038"/>
                    <a:pt x="1619039" y="54928"/>
                  </a:cubicBezTo>
                  <a:cubicBezTo>
                    <a:pt x="1596179" y="79058"/>
                    <a:pt x="1481879" y="108268"/>
                    <a:pt x="1441239" y="132398"/>
                  </a:cubicBezTo>
                  <a:cubicBezTo>
                    <a:pt x="1417109" y="147638"/>
                    <a:pt x="1410759" y="152718"/>
                    <a:pt x="1387899" y="175578"/>
                  </a:cubicBezTo>
                  <a:cubicBezTo>
                    <a:pt x="1333289" y="227648"/>
                    <a:pt x="1206289" y="407988"/>
                    <a:pt x="1126279" y="467678"/>
                  </a:cubicBezTo>
                  <a:cubicBezTo>
                    <a:pt x="1075479" y="505778"/>
                    <a:pt x="1037379" y="518478"/>
                    <a:pt x="984039" y="536258"/>
                  </a:cubicBezTo>
                  <a:cubicBezTo>
                    <a:pt x="921809" y="557848"/>
                    <a:pt x="848149" y="574358"/>
                    <a:pt x="771949" y="579438"/>
                  </a:cubicBezTo>
                  <a:cubicBezTo>
                    <a:pt x="684319" y="585788"/>
                    <a:pt x="581449" y="580708"/>
                    <a:pt x="490009" y="564198"/>
                  </a:cubicBezTo>
                  <a:cubicBezTo>
                    <a:pt x="399839" y="546418"/>
                    <a:pt x="291889" y="501968"/>
                    <a:pt x="228389" y="475298"/>
                  </a:cubicBezTo>
                  <a:cubicBezTo>
                    <a:pt x="190289" y="458788"/>
                    <a:pt x="172509" y="448628"/>
                    <a:pt x="140759" y="429578"/>
                  </a:cubicBezTo>
                  <a:cubicBezTo>
                    <a:pt x="98849" y="402908"/>
                    <a:pt x="17569" y="355918"/>
                    <a:pt x="3599" y="326708"/>
                  </a:cubicBezTo>
                  <a:cubicBezTo>
                    <a:pt x="-2751" y="311468"/>
                    <a:pt x="-211" y="291148"/>
                    <a:pt x="7409" y="283528"/>
                  </a:cubicBezTo>
                  <a:cubicBezTo>
                    <a:pt x="13759" y="277178"/>
                    <a:pt x="49319" y="282258"/>
                    <a:pt x="49319" y="282258"/>
                  </a:cubicBezTo>
                </a:path>
              </a:pathLst>
            </a:custGeom>
            <a:solidFill>
              <a:srgbClr val="4B07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3765530" y="7587615"/>
            <a:ext cx="563880" cy="859155"/>
            <a:chOff x="0" y="0"/>
            <a:chExt cx="751840" cy="11455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50678" y="50719"/>
              <a:ext cx="650758" cy="1045165"/>
            </a:xfrm>
            <a:custGeom>
              <a:avLst/>
              <a:gdLst/>
              <a:ahLst/>
              <a:cxnLst/>
              <a:rect r="r" b="b" t="t" l="l"/>
              <a:pathLst>
                <a:path h="1045165" w="650758">
                  <a:moveTo>
                    <a:pt x="415412" y="1004651"/>
                  </a:moveTo>
                  <a:cubicBezTo>
                    <a:pt x="585592" y="463631"/>
                    <a:pt x="590672" y="374731"/>
                    <a:pt x="585592" y="323931"/>
                  </a:cubicBezTo>
                  <a:cubicBezTo>
                    <a:pt x="583052" y="298531"/>
                    <a:pt x="583052" y="287101"/>
                    <a:pt x="569082" y="266781"/>
                  </a:cubicBezTo>
                  <a:cubicBezTo>
                    <a:pt x="543682" y="229951"/>
                    <a:pt x="466212" y="175341"/>
                    <a:pt x="411602" y="146131"/>
                  </a:cubicBezTo>
                  <a:cubicBezTo>
                    <a:pt x="364612" y="120731"/>
                    <a:pt x="320162" y="106761"/>
                    <a:pt x="268092" y="95331"/>
                  </a:cubicBezTo>
                  <a:cubicBezTo>
                    <a:pt x="208402" y="82631"/>
                    <a:pt x="114422" y="90251"/>
                    <a:pt x="69972" y="80091"/>
                  </a:cubicBezTo>
                  <a:cubicBezTo>
                    <a:pt x="47112" y="75011"/>
                    <a:pt x="30602" y="69931"/>
                    <a:pt x="17902" y="61041"/>
                  </a:cubicBezTo>
                  <a:cubicBezTo>
                    <a:pt x="9012" y="53421"/>
                    <a:pt x="122" y="45801"/>
                    <a:pt x="122" y="36911"/>
                  </a:cubicBezTo>
                  <a:cubicBezTo>
                    <a:pt x="-1148" y="26751"/>
                    <a:pt x="7742" y="7701"/>
                    <a:pt x="16632" y="2621"/>
                  </a:cubicBezTo>
                  <a:cubicBezTo>
                    <a:pt x="25522" y="-1189"/>
                    <a:pt x="47112" y="2621"/>
                    <a:pt x="54732" y="10241"/>
                  </a:cubicBezTo>
                  <a:cubicBezTo>
                    <a:pt x="61082" y="16591"/>
                    <a:pt x="63622" y="30561"/>
                    <a:pt x="62352" y="39451"/>
                  </a:cubicBezTo>
                  <a:cubicBezTo>
                    <a:pt x="59812" y="47071"/>
                    <a:pt x="49652" y="58501"/>
                    <a:pt x="42032" y="61041"/>
                  </a:cubicBezTo>
                  <a:cubicBezTo>
                    <a:pt x="33142" y="63581"/>
                    <a:pt x="19172" y="62311"/>
                    <a:pt x="12822" y="57231"/>
                  </a:cubicBezTo>
                  <a:cubicBezTo>
                    <a:pt x="5202" y="50881"/>
                    <a:pt x="-2418" y="30561"/>
                    <a:pt x="1392" y="20401"/>
                  </a:cubicBezTo>
                  <a:cubicBezTo>
                    <a:pt x="5202" y="10241"/>
                    <a:pt x="21712" y="81"/>
                    <a:pt x="33142" y="81"/>
                  </a:cubicBezTo>
                  <a:cubicBezTo>
                    <a:pt x="45842" y="-1189"/>
                    <a:pt x="54732" y="12781"/>
                    <a:pt x="72512" y="17861"/>
                  </a:cubicBezTo>
                  <a:cubicBezTo>
                    <a:pt x="108072" y="25481"/>
                    <a:pt x="179192" y="16591"/>
                    <a:pt x="231262" y="24211"/>
                  </a:cubicBezTo>
                  <a:cubicBezTo>
                    <a:pt x="284602" y="33101"/>
                    <a:pt x="343022" y="50881"/>
                    <a:pt x="390012" y="68661"/>
                  </a:cubicBezTo>
                  <a:cubicBezTo>
                    <a:pt x="428112" y="82631"/>
                    <a:pt x="457322" y="94061"/>
                    <a:pt x="492882" y="116921"/>
                  </a:cubicBezTo>
                  <a:cubicBezTo>
                    <a:pt x="536062" y="147401"/>
                    <a:pt x="600832" y="198201"/>
                    <a:pt x="626232" y="238841"/>
                  </a:cubicBezTo>
                  <a:cubicBezTo>
                    <a:pt x="644012" y="266781"/>
                    <a:pt x="645282" y="288371"/>
                    <a:pt x="649092" y="325201"/>
                  </a:cubicBezTo>
                  <a:cubicBezTo>
                    <a:pt x="654172" y="386161"/>
                    <a:pt x="647822" y="477601"/>
                    <a:pt x="627502" y="570311"/>
                  </a:cubicBezTo>
                  <a:cubicBezTo>
                    <a:pt x="600832" y="701121"/>
                    <a:pt x="519552" y="986871"/>
                    <a:pt x="471292" y="1031321"/>
                  </a:cubicBezTo>
                  <a:cubicBezTo>
                    <a:pt x="457322" y="1045291"/>
                    <a:pt x="440812" y="1047831"/>
                    <a:pt x="431922" y="1042751"/>
                  </a:cubicBezTo>
                  <a:cubicBezTo>
                    <a:pt x="421762" y="1038941"/>
                    <a:pt x="415412" y="1004651"/>
                    <a:pt x="415412" y="1004651"/>
                  </a:cubicBezTo>
                </a:path>
              </a:pathLst>
            </a:custGeom>
            <a:solidFill>
              <a:srgbClr val="4B07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3646482" y="4944244"/>
            <a:ext cx="1380158" cy="1636171"/>
            <a:chOff x="0" y="0"/>
            <a:chExt cx="1096010" cy="129931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50603" y="57463"/>
              <a:ext cx="995094" cy="1173866"/>
            </a:xfrm>
            <a:custGeom>
              <a:avLst/>
              <a:gdLst/>
              <a:ahLst/>
              <a:cxnLst/>
              <a:rect r="r" b="b" t="t" l="l"/>
              <a:pathLst>
                <a:path h="1173866" w="995094">
                  <a:moveTo>
                    <a:pt x="26867" y="1092314"/>
                  </a:moveTo>
                  <a:cubicBezTo>
                    <a:pt x="365957" y="1000930"/>
                    <a:pt x="437077" y="971023"/>
                    <a:pt x="519627" y="932808"/>
                  </a:cubicBezTo>
                  <a:cubicBezTo>
                    <a:pt x="612337" y="889608"/>
                    <a:pt x="746957" y="821485"/>
                    <a:pt x="811727" y="776624"/>
                  </a:cubicBezTo>
                  <a:cubicBezTo>
                    <a:pt x="847287" y="751701"/>
                    <a:pt x="871417" y="735086"/>
                    <a:pt x="889197" y="708501"/>
                  </a:cubicBezTo>
                  <a:cubicBezTo>
                    <a:pt x="905707" y="685240"/>
                    <a:pt x="914597" y="658656"/>
                    <a:pt x="920947" y="628748"/>
                  </a:cubicBezTo>
                  <a:cubicBezTo>
                    <a:pt x="928567" y="593856"/>
                    <a:pt x="934917" y="544010"/>
                    <a:pt x="931107" y="512441"/>
                  </a:cubicBezTo>
                  <a:cubicBezTo>
                    <a:pt x="928567" y="489180"/>
                    <a:pt x="920947" y="474226"/>
                    <a:pt x="912057" y="455949"/>
                  </a:cubicBezTo>
                  <a:cubicBezTo>
                    <a:pt x="901897" y="436011"/>
                    <a:pt x="891737" y="419396"/>
                    <a:pt x="873957" y="399457"/>
                  </a:cubicBezTo>
                  <a:cubicBezTo>
                    <a:pt x="842207" y="362904"/>
                    <a:pt x="782517" y="316381"/>
                    <a:pt x="730447" y="269858"/>
                  </a:cubicBezTo>
                  <a:cubicBezTo>
                    <a:pt x="669487" y="218351"/>
                    <a:pt x="602177" y="128628"/>
                    <a:pt x="532327" y="102044"/>
                  </a:cubicBezTo>
                  <a:cubicBezTo>
                    <a:pt x="466287" y="77121"/>
                    <a:pt x="345637" y="133613"/>
                    <a:pt x="321507" y="103705"/>
                  </a:cubicBezTo>
                  <a:cubicBezTo>
                    <a:pt x="311347" y="90413"/>
                    <a:pt x="313887" y="55521"/>
                    <a:pt x="318967" y="43890"/>
                  </a:cubicBezTo>
                  <a:cubicBezTo>
                    <a:pt x="324047" y="33921"/>
                    <a:pt x="339287" y="28936"/>
                    <a:pt x="348177" y="30598"/>
                  </a:cubicBezTo>
                  <a:cubicBezTo>
                    <a:pt x="355797" y="33921"/>
                    <a:pt x="368497" y="43890"/>
                    <a:pt x="371037" y="55521"/>
                  </a:cubicBezTo>
                  <a:cubicBezTo>
                    <a:pt x="374847" y="68813"/>
                    <a:pt x="363417" y="103705"/>
                    <a:pt x="354527" y="110351"/>
                  </a:cubicBezTo>
                  <a:cubicBezTo>
                    <a:pt x="346907" y="116997"/>
                    <a:pt x="331667" y="113674"/>
                    <a:pt x="325317" y="107028"/>
                  </a:cubicBezTo>
                  <a:cubicBezTo>
                    <a:pt x="316427" y="98721"/>
                    <a:pt x="307537" y="73798"/>
                    <a:pt x="312617" y="58844"/>
                  </a:cubicBezTo>
                  <a:cubicBezTo>
                    <a:pt x="318967" y="37244"/>
                    <a:pt x="360877" y="17306"/>
                    <a:pt x="391357" y="8998"/>
                  </a:cubicBezTo>
                  <a:cubicBezTo>
                    <a:pt x="429457" y="-2633"/>
                    <a:pt x="473907" y="-5956"/>
                    <a:pt x="528517" y="17306"/>
                  </a:cubicBezTo>
                  <a:cubicBezTo>
                    <a:pt x="628847" y="58844"/>
                    <a:pt x="854907" y="268196"/>
                    <a:pt x="919677" y="342965"/>
                  </a:cubicBezTo>
                  <a:cubicBezTo>
                    <a:pt x="946347" y="371211"/>
                    <a:pt x="955237" y="387827"/>
                    <a:pt x="966667" y="414411"/>
                  </a:cubicBezTo>
                  <a:cubicBezTo>
                    <a:pt x="979367" y="444318"/>
                    <a:pt x="990797" y="477549"/>
                    <a:pt x="994607" y="515764"/>
                  </a:cubicBezTo>
                  <a:cubicBezTo>
                    <a:pt x="997147" y="560625"/>
                    <a:pt x="989527" y="623763"/>
                    <a:pt x="976827" y="668625"/>
                  </a:cubicBezTo>
                  <a:cubicBezTo>
                    <a:pt x="964127" y="710163"/>
                    <a:pt x="945077" y="746717"/>
                    <a:pt x="922217" y="778286"/>
                  </a:cubicBezTo>
                  <a:cubicBezTo>
                    <a:pt x="899357" y="808193"/>
                    <a:pt x="877767" y="824808"/>
                    <a:pt x="837127" y="853054"/>
                  </a:cubicBezTo>
                  <a:cubicBezTo>
                    <a:pt x="752037" y="911208"/>
                    <a:pt x="556457" y="1012561"/>
                    <a:pt x="418027" y="1067392"/>
                  </a:cubicBezTo>
                  <a:cubicBezTo>
                    <a:pt x="289757" y="1118899"/>
                    <a:pt x="91637" y="1177052"/>
                    <a:pt x="37027" y="1173729"/>
                  </a:cubicBezTo>
                  <a:cubicBezTo>
                    <a:pt x="21787" y="1173729"/>
                    <a:pt x="15437" y="1168745"/>
                    <a:pt x="9087" y="1162099"/>
                  </a:cubicBezTo>
                  <a:cubicBezTo>
                    <a:pt x="4007" y="1155452"/>
                    <a:pt x="-1073" y="1143822"/>
                    <a:pt x="197" y="1135514"/>
                  </a:cubicBezTo>
                  <a:cubicBezTo>
                    <a:pt x="1467" y="1122222"/>
                    <a:pt x="26867" y="1092314"/>
                    <a:pt x="26867" y="1092314"/>
                  </a:cubicBezTo>
                </a:path>
              </a:pathLst>
            </a:custGeom>
            <a:solidFill>
              <a:srgbClr val="4B07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1385232" y="2669858"/>
            <a:ext cx="2370772" cy="1623060"/>
            <a:chOff x="0" y="0"/>
            <a:chExt cx="3161030" cy="21640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50360" y="50749"/>
              <a:ext cx="3059199" cy="2062399"/>
            </a:xfrm>
            <a:custGeom>
              <a:avLst/>
              <a:gdLst/>
              <a:ahLst/>
              <a:cxnLst/>
              <a:rect r="r" b="b" t="t" l="l"/>
              <a:pathLst>
                <a:path h="2062399" w="3059199">
                  <a:moveTo>
                    <a:pt x="2468050" y="2005381"/>
                  </a:moveTo>
                  <a:cubicBezTo>
                    <a:pt x="2830000" y="1766621"/>
                    <a:pt x="2882070" y="1681531"/>
                    <a:pt x="2915090" y="1633271"/>
                  </a:cubicBezTo>
                  <a:cubicBezTo>
                    <a:pt x="2934140" y="1606601"/>
                    <a:pt x="2944300" y="1592631"/>
                    <a:pt x="2955730" y="1567231"/>
                  </a:cubicBezTo>
                  <a:cubicBezTo>
                    <a:pt x="2969700" y="1535481"/>
                    <a:pt x="2983670" y="1501191"/>
                    <a:pt x="2990020" y="1458011"/>
                  </a:cubicBezTo>
                  <a:cubicBezTo>
                    <a:pt x="2997640" y="1402131"/>
                    <a:pt x="2992560" y="1324661"/>
                    <a:pt x="2984940" y="1254811"/>
                  </a:cubicBezTo>
                  <a:cubicBezTo>
                    <a:pt x="2974780" y="1176071"/>
                    <a:pt x="2958270" y="1085901"/>
                    <a:pt x="2931600" y="1009701"/>
                  </a:cubicBezTo>
                  <a:cubicBezTo>
                    <a:pt x="2907470" y="937311"/>
                    <a:pt x="2874450" y="866191"/>
                    <a:pt x="2833810" y="807771"/>
                  </a:cubicBezTo>
                  <a:cubicBezTo>
                    <a:pt x="2795710" y="754431"/>
                    <a:pt x="2738560" y="698551"/>
                    <a:pt x="2700460" y="670611"/>
                  </a:cubicBezTo>
                  <a:cubicBezTo>
                    <a:pt x="2678870" y="652831"/>
                    <a:pt x="2667440" y="645211"/>
                    <a:pt x="2640770" y="638861"/>
                  </a:cubicBezTo>
                  <a:cubicBezTo>
                    <a:pt x="2591240" y="626161"/>
                    <a:pt x="2493450" y="629971"/>
                    <a:pt x="2421060" y="635051"/>
                  </a:cubicBezTo>
                  <a:cubicBezTo>
                    <a:pt x="2349940" y="641401"/>
                    <a:pt x="2283900" y="665531"/>
                    <a:pt x="2210240" y="673151"/>
                  </a:cubicBezTo>
                  <a:cubicBezTo>
                    <a:pt x="2131500" y="679501"/>
                    <a:pt x="2041330" y="670611"/>
                    <a:pt x="1965130" y="675691"/>
                  </a:cubicBezTo>
                  <a:cubicBezTo>
                    <a:pt x="1897820" y="680771"/>
                    <a:pt x="1859720" y="694741"/>
                    <a:pt x="1778440" y="701091"/>
                  </a:cubicBezTo>
                  <a:cubicBezTo>
                    <a:pt x="1623500" y="711251"/>
                    <a:pt x="1225990" y="713791"/>
                    <a:pt x="1102800" y="703631"/>
                  </a:cubicBezTo>
                  <a:cubicBezTo>
                    <a:pt x="1055810" y="699821"/>
                    <a:pt x="1046920" y="697281"/>
                    <a:pt x="1006280" y="687121"/>
                  </a:cubicBezTo>
                  <a:cubicBezTo>
                    <a:pt x="933890" y="670611"/>
                    <a:pt x="800540" y="637591"/>
                    <a:pt x="707830" y="596951"/>
                  </a:cubicBezTo>
                  <a:cubicBezTo>
                    <a:pt x="615120" y="555041"/>
                    <a:pt x="528760" y="496621"/>
                    <a:pt x="448750" y="439471"/>
                  </a:cubicBezTo>
                  <a:cubicBezTo>
                    <a:pt x="370010" y="383591"/>
                    <a:pt x="297620" y="317551"/>
                    <a:pt x="230310" y="255321"/>
                  </a:cubicBezTo>
                  <a:cubicBezTo>
                    <a:pt x="169350" y="198171"/>
                    <a:pt x="103310" y="108001"/>
                    <a:pt x="61400" y="78791"/>
                  </a:cubicBezTo>
                  <a:cubicBezTo>
                    <a:pt x="42350" y="64821"/>
                    <a:pt x="23300" y="67361"/>
                    <a:pt x="13140" y="57201"/>
                  </a:cubicBezTo>
                  <a:cubicBezTo>
                    <a:pt x="5520" y="49581"/>
                    <a:pt x="-830" y="39421"/>
                    <a:pt x="440" y="30531"/>
                  </a:cubicBezTo>
                  <a:cubicBezTo>
                    <a:pt x="440" y="21641"/>
                    <a:pt x="8060" y="8941"/>
                    <a:pt x="14410" y="5131"/>
                  </a:cubicBezTo>
                  <a:cubicBezTo>
                    <a:pt x="22030" y="51"/>
                    <a:pt x="37270" y="-1219"/>
                    <a:pt x="44890" y="2591"/>
                  </a:cubicBezTo>
                  <a:cubicBezTo>
                    <a:pt x="53780" y="7671"/>
                    <a:pt x="63940" y="26721"/>
                    <a:pt x="62670" y="36881"/>
                  </a:cubicBezTo>
                  <a:cubicBezTo>
                    <a:pt x="62670" y="45771"/>
                    <a:pt x="53780" y="57201"/>
                    <a:pt x="44890" y="61011"/>
                  </a:cubicBezTo>
                  <a:cubicBezTo>
                    <a:pt x="37270" y="64821"/>
                    <a:pt x="23300" y="64821"/>
                    <a:pt x="15680" y="59741"/>
                  </a:cubicBezTo>
                  <a:cubicBezTo>
                    <a:pt x="6790" y="53391"/>
                    <a:pt x="-2100" y="33071"/>
                    <a:pt x="440" y="24181"/>
                  </a:cubicBezTo>
                  <a:cubicBezTo>
                    <a:pt x="2980" y="14021"/>
                    <a:pt x="18220" y="1321"/>
                    <a:pt x="30920" y="51"/>
                  </a:cubicBezTo>
                  <a:cubicBezTo>
                    <a:pt x="52510" y="-1219"/>
                    <a:pt x="84260" y="21641"/>
                    <a:pt x="119820" y="47041"/>
                  </a:cubicBezTo>
                  <a:cubicBezTo>
                    <a:pt x="187130" y="96571"/>
                    <a:pt x="296350" y="232461"/>
                    <a:pt x="382710" y="306121"/>
                  </a:cubicBezTo>
                  <a:cubicBezTo>
                    <a:pt x="457640" y="370891"/>
                    <a:pt x="532570" y="426771"/>
                    <a:pt x="606230" y="471221"/>
                  </a:cubicBezTo>
                  <a:cubicBezTo>
                    <a:pt x="668460" y="508051"/>
                    <a:pt x="723070" y="534721"/>
                    <a:pt x="789110" y="558851"/>
                  </a:cubicBezTo>
                  <a:cubicBezTo>
                    <a:pt x="860230" y="586791"/>
                    <a:pt x="959290" y="610921"/>
                    <a:pt x="1016440" y="624891"/>
                  </a:cubicBezTo>
                  <a:cubicBezTo>
                    <a:pt x="1052000" y="632511"/>
                    <a:pt x="1059620" y="636321"/>
                    <a:pt x="1102800" y="640131"/>
                  </a:cubicBezTo>
                  <a:cubicBezTo>
                    <a:pt x="1219640" y="650291"/>
                    <a:pt x="1618420" y="647751"/>
                    <a:pt x="1773360" y="637591"/>
                  </a:cubicBezTo>
                  <a:cubicBezTo>
                    <a:pt x="1857180" y="631241"/>
                    <a:pt x="1894010" y="618541"/>
                    <a:pt x="1965130" y="613461"/>
                  </a:cubicBezTo>
                  <a:cubicBezTo>
                    <a:pt x="2050220" y="605841"/>
                    <a:pt x="2168330" y="614731"/>
                    <a:pt x="2250880" y="605841"/>
                  </a:cubicBezTo>
                  <a:cubicBezTo>
                    <a:pt x="2314380" y="598221"/>
                    <a:pt x="2366450" y="576631"/>
                    <a:pt x="2421060" y="571551"/>
                  </a:cubicBezTo>
                  <a:cubicBezTo>
                    <a:pt x="2466780" y="567741"/>
                    <a:pt x="2511230" y="571551"/>
                    <a:pt x="2553140" y="571551"/>
                  </a:cubicBezTo>
                  <a:cubicBezTo>
                    <a:pt x="2589970" y="572821"/>
                    <a:pt x="2622990" y="567741"/>
                    <a:pt x="2657280" y="577901"/>
                  </a:cubicBezTo>
                  <a:cubicBezTo>
                    <a:pt x="2694110" y="588061"/>
                    <a:pt x="2730940" y="610921"/>
                    <a:pt x="2766500" y="638861"/>
                  </a:cubicBezTo>
                  <a:cubicBezTo>
                    <a:pt x="2809680" y="674421"/>
                    <a:pt x="2855400" y="726491"/>
                    <a:pt x="2890960" y="781101"/>
                  </a:cubicBezTo>
                  <a:cubicBezTo>
                    <a:pt x="2932870" y="844601"/>
                    <a:pt x="2968430" y="918261"/>
                    <a:pt x="2995100" y="1002081"/>
                  </a:cubicBezTo>
                  <a:cubicBezTo>
                    <a:pt x="3026850" y="1101141"/>
                    <a:pt x="3056060" y="1243381"/>
                    <a:pt x="3058600" y="1341171"/>
                  </a:cubicBezTo>
                  <a:cubicBezTo>
                    <a:pt x="3061140" y="1416101"/>
                    <a:pt x="3056060" y="1474521"/>
                    <a:pt x="3034470" y="1538021"/>
                  </a:cubicBezTo>
                  <a:cubicBezTo>
                    <a:pt x="3011610" y="1606601"/>
                    <a:pt x="2963350" y="1677721"/>
                    <a:pt x="2922710" y="1736141"/>
                  </a:cubicBezTo>
                  <a:cubicBezTo>
                    <a:pt x="2885880" y="1788211"/>
                    <a:pt x="2856670" y="1828851"/>
                    <a:pt x="2803330" y="1874571"/>
                  </a:cubicBezTo>
                  <a:cubicBezTo>
                    <a:pt x="2728400" y="1938071"/>
                    <a:pt x="2551870" y="2053641"/>
                    <a:pt x="2497260" y="2061261"/>
                  </a:cubicBezTo>
                  <a:cubicBezTo>
                    <a:pt x="2478210" y="2065071"/>
                    <a:pt x="2462970" y="2058721"/>
                    <a:pt x="2456620" y="2051101"/>
                  </a:cubicBezTo>
                  <a:cubicBezTo>
                    <a:pt x="2450270" y="2044751"/>
                    <a:pt x="2450270" y="2029511"/>
                    <a:pt x="2452810" y="2021891"/>
                  </a:cubicBezTo>
                  <a:cubicBezTo>
                    <a:pt x="2455350" y="2014271"/>
                    <a:pt x="2468050" y="2005381"/>
                    <a:pt x="2468050" y="2005381"/>
                  </a:cubicBezTo>
                </a:path>
              </a:pathLst>
            </a:custGeom>
            <a:solidFill>
              <a:srgbClr val="4B078C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6" id="86"/>
          <p:cNvSpPr txBox="true"/>
          <p:nvPr/>
        </p:nvSpPr>
        <p:spPr>
          <a:xfrm rot="0">
            <a:off x="5844616" y="6269486"/>
            <a:ext cx="8025136" cy="111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41"/>
              </a:lnSpc>
              <a:spcBef>
                <a:spcPct val="0"/>
              </a:spcBef>
            </a:pPr>
            <a:r>
              <a:rPr lang="en-US" sz="1901">
                <a:solidFill>
                  <a:srgbClr val="FCFDFD"/>
                </a:solidFill>
                <a:latin typeface="Canva Sans"/>
                <a:ea typeface="Canva Sans"/>
                <a:cs typeface="Canva Sans"/>
                <a:sym typeface="Canva Sans"/>
              </a:rPr>
              <a:t>The target audience as mentioned in the above slide, ambitious and impressionable high school and middle schoolers who aim to pursue careers in finance, economics, and international relations.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42727" y="243754"/>
            <a:ext cx="10917526" cy="104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611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What’s in it for You?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417310" y="8637270"/>
            <a:ext cx="8642358" cy="90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  <a:spcBef>
                <a:spcPct val="0"/>
              </a:spcBef>
            </a:pPr>
            <a:r>
              <a:rPr lang="en-US" sz="2299">
                <a:solidFill>
                  <a:srgbClr val="FCFDFD"/>
                </a:solidFill>
                <a:latin typeface="Canva Sans"/>
                <a:ea typeface="Canva Sans"/>
                <a:cs typeface="Canva Sans"/>
                <a:sym typeface="Canva Sans"/>
              </a:rPr>
              <a:t>the event, on event days, and instagram posts on our page dedicated to the partnership (100K+ impressions total)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DAHDdzWJHow</dc:identifier>
  <dcterms:modified xsi:type="dcterms:W3CDTF">2011-08-01T06:04:30Z</dcterms:modified>
  <cp:revision>1</cp:revision>
  <dc:title>MWEF sponsorship</dc:title>
</cp:coreProperties>
</file>